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FIELD VISIT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Mechanical Engineering</a:t>
            </a:r>
          </a:p>
          <a:p>
            <a:r>
              <a:t>Student Field Visit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AIM OF VISIT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 study basic mechanical components and their applications.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visit helped understand real industrial components.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COMPONENTS STUDIED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Nuts, Bolts, Springs, Gears, Couplings, Riveted Joints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FASTENERS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Hexagonal nut, bolt, square bolt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Flange, Universal, Oldham’s coupling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SPRINGS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Compression, Leaf, Torsion, Spiral springs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GEARS &amp; CHAINS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Spur gear, Helical gear, Chain &amp; sprocket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OBSERVATIONS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Standard sizes, safety practices, industrial usage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visit enhanced practical and industrial knowledge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