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69" r:id="rId3"/>
    <p:sldId id="270" r:id="rId4"/>
    <p:sldId id="271" r:id="rId5"/>
    <p:sldId id="272" r:id="rId6"/>
    <p:sldId id="260" r:id="rId7"/>
    <p:sldId id="274" r:id="rId8"/>
    <p:sldId id="275" r:id="rId9"/>
    <p:sldId id="273" r:id="rId10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>
      <p:cViewPr varScale="1">
        <p:scale>
          <a:sx n="26" d="100"/>
          <a:sy n="26" d="100"/>
        </p:scale>
        <p:origin x="1205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759BD-3A84-4268-846C-B19A902AA9F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ADF155-4DAE-4124-8BE3-0D01FEDA2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966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ADF155-4DAE-4124-8BE3-0D01FEDA2F4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406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EF7B6-5F0F-EF8D-E892-24C7EAE7A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887058-4955-7521-27C3-F68F01953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DEBD7-5156-50C1-4E3D-7CDD9E2C7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A3910-275C-E386-75E0-23D36085C1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ADF155-4DAE-4124-8BE3-0D01FEDA2F4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13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034D8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rgbClr val="59606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34D8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59606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9582" y="1039586"/>
            <a:ext cx="456195" cy="566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0511" y="960834"/>
            <a:ext cx="2312437" cy="83474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69841" y="976588"/>
            <a:ext cx="1761857" cy="64574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6200" y="1023832"/>
            <a:ext cx="550580" cy="59849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59818" y="976588"/>
            <a:ext cx="4231603" cy="818997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928120" y="2055453"/>
            <a:ext cx="18256250" cy="0"/>
          </a:xfrm>
          <a:custGeom>
            <a:avLst/>
            <a:gdLst/>
            <a:ahLst/>
            <a:cxnLst/>
            <a:rect l="l" t="t" r="r" b="b"/>
            <a:pathLst>
              <a:path w="18256250">
                <a:moveTo>
                  <a:pt x="0" y="0"/>
                </a:moveTo>
                <a:lnTo>
                  <a:pt x="18255665" y="0"/>
                </a:lnTo>
              </a:path>
            </a:pathLst>
          </a:custGeom>
          <a:ln w="39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34D8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38475" y="4347074"/>
            <a:ext cx="4137218" cy="17797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34D8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20759" y="1019009"/>
            <a:ext cx="17262580" cy="713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034D8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34829" y="5256535"/>
            <a:ext cx="16482694" cy="2428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rgbClr val="59606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microsoft.com/office/2007/relationships/hdphoto" Target="../media/hdphoto2.wdp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microsoft.com/office/2007/relationships/hdphoto" Target="../media/hdphoto5.wdp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5 Popular Digital Fabrication Technologies in Use Today (2026)">
            <a:extLst>
              <a:ext uri="{FF2B5EF4-FFF2-40B4-BE49-F238E27FC236}">
                <a16:creationId xmlns:a16="http://schemas.microsoft.com/office/drawing/2014/main" id="{E35E8FE8-D1B4-FA75-C402-D4EEF9E30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0104101" cy="1130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77FA40-2876-8E9C-6908-2C576041138D}"/>
              </a:ext>
            </a:extLst>
          </p:cNvPr>
          <p:cNvSpPr txBox="1"/>
          <p:nvPr/>
        </p:nvSpPr>
        <p:spPr>
          <a:xfrm>
            <a:off x="3752049" y="3494675"/>
            <a:ext cx="126000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500" b="1" dirty="0">
                <a:solidFill>
                  <a:schemeClr val="bg1"/>
                </a:solidFill>
                <a:latin typeface="Cooper Black" panose="0208090404030B020404" pitchFamily="18" charset="0"/>
              </a:rPr>
              <a:t>DIGITAL FABRICATION</a:t>
            </a:r>
          </a:p>
          <a:p>
            <a:pPr algn="ctr"/>
            <a:r>
              <a:rPr lang="en-IN" sz="4800" b="1" dirty="0">
                <a:solidFill>
                  <a:schemeClr val="bg1"/>
                </a:solidFill>
                <a:latin typeface="Cooper Black" panose="0208090404030B020404" pitchFamily="18" charset="0"/>
              </a:rPr>
              <a:t>REPORT</a:t>
            </a:r>
          </a:p>
        </p:txBody>
      </p:sp>
      <p:pic>
        <p:nvPicPr>
          <p:cNvPr id="2052" name="Picture 4" descr="MIT Academy of Engineering">
            <a:extLst>
              <a:ext uri="{FF2B5EF4-FFF2-40B4-BE49-F238E27FC236}">
                <a16:creationId xmlns:a16="http://schemas.microsoft.com/office/drawing/2014/main" id="{01500815-963A-E2C2-D239-2355D7511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2050" y="175713"/>
            <a:ext cx="4286250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D4551-014E-E1F8-8AA6-4AEE6EC63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650" y="614676"/>
            <a:ext cx="17754600" cy="1077596"/>
          </a:xfrm>
          <a:solidFill>
            <a:schemeClr val="accent6">
              <a:lumMod val="75000"/>
            </a:scheme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6000" dirty="0">
                <a:latin typeface="Cambria" panose="02040503050406030204" pitchFamily="18" charset="0"/>
                <a:ea typeface="Cambria" panose="02040503050406030204" pitchFamily="18" charset="0"/>
              </a:rPr>
              <a:t>Digital Fabrication</a:t>
            </a:r>
            <a:endParaRPr lang="en-IN" sz="6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CB30E0-401F-8678-BD1B-FF0EBB780A3D}"/>
              </a:ext>
            </a:extLst>
          </p:cNvPr>
          <p:cNvCxnSpPr>
            <a:cxnSpLocks/>
          </p:cNvCxnSpPr>
          <p:nvPr/>
        </p:nvCxnSpPr>
        <p:spPr>
          <a:xfrm>
            <a:off x="1136650" y="2225675"/>
            <a:ext cx="17754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7743667-C443-C7CF-DA6E-142F7AF2DD47}"/>
              </a:ext>
            </a:extLst>
          </p:cNvPr>
          <p:cNvSpPr txBox="1"/>
          <p:nvPr/>
        </p:nvSpPr>
        <p:spPr>
          <a:xfrm>
            <a:off x="1136650" y="2759074"/>
            <a:ext cx="17754600" cy="230832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800" dirty="0"/>
              <a:t>Digital fabrication is the process of designing objects using computers and manufacturing them using digital-controlled machines such as 3D printers, CNC machines, and laser cutters.</a:t>
            </a:r>
            <a:endParaRPr lang="en-IN" sz="4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3D5C7C-B307-503C-91FE-48711F0636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34" b="31776"/>
          <a:stretch>
            <a:fillRect/>
          </a:stretch>
        </p:blipFill>
        <p:spPr>
          <a:xfrm>
            <a:off x="1898650" y="6213712"/>
            <a:ext cx="15491391" cy="37114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559A73-F873-0DC2-CF18-18F792C21268}"/>
              </a:ext>
            </a:extLst>
          </p:cNvPr>
          <p:cNvSpPr txBox="1"/>
          <p:nvPr/>
        </p:nvSpPr>
        <p:spPr>
          <a:xfrm>
            <a:off x="1410398" y="5752047"/>
            <a:ext cx="419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Steps in digital fabrication :-</a:t>
            </a:r>
            <a:endParaRPr lang="en-IN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605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C07C0BE6-3CF2-856C-83A4-E23899D33D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70" b="34687"/>
          <a:stretch>
            <a:fillRect/>
          </a:stretch>
        </p:blipFill>
        <p:spPr>
          <a:xfrm>
            <a:off x="0" y="37712"/>
            <a:ext cx="20104100" cy="11255763"/>
          </a:xfrm>
          <a:custGeom>
            <a:avLst/>
            <a:gdLst/>
            <a:ahLst/>
            <a:cxnLst/>
            <a:rect l="l" t="t" r="r" b="b"/>
            <a:pathLst>
              <a:path w="20104100" h="11255763">
                <a:moveTo>
                  <a:pt x="11402157" y="7940380"/>
                </a:moveTo>
                <a:cubicBezTo>
                  <a:pt x="11410964" y="7940380"/>
                  <a:pt x="11417362" y="7942375"/>
                  <a:pt x="11421351" y="7946364"/>
                </a:cubicBezTo>
                <a:cubicBezTo>
                  <a:pt x="11425340" y="7950353"/>
                  <a:pt x="11427334" y="7956590"/>
                  <a:pt x="11427334" y="7965076"/>
                </a:cubicBezTo>
                <a:cubicBezTo>
                  <a:pt x="11427334" y="7973987"/>
                  <a:pt x="11425366" y="7980411"/>
                  <a:pt x="11421429" y="7984348"/>
                </a:cubicBezTo>
                <a:cubicBezTo>
                  <a:pt x="11417492" y="7988285"/>
                  <a:pt x="11411068" y="7990254"/>
                  <a:pt x="11402157" y="7990254"/>
                </a:cubicBezTo>
                <a:cubicBezTo>
                  <a:pt x="11393702" y="7990254"/>
                  <a:pt x="11387556" y="7988336"/>
                  <a:pt x="11383720" y="7984500"/>
                </a:cubicBezTo>
                <a:cubicBezTo>
                  <a:pt x="11379884" y="7980664"/>
                  <a:pt x="11377966" y="7974189"/>
                  <a:pt x="11377966" y="7965076"/>
                </a:cubicBezTo>
                <a:cubicBezTo>
                  <a:pt x="11377966" y="7956388"/>
                  <a:pt x="11379910" y="7950100"/>
                  <a:pt x="11383798" y="7946212"/>
                </a:cubicBezTo>
                <a:cubicBezTo>
                  <a:pt x="11387686" y="7942324"/>
                  <a:pt x="11393806" y="7940380"/>
                  <a:pt x="11402157" y="7940380"/>
                </a:cubicBezTo>
                <a:close/>
                <a:moveTo>
                  <a:pt x="11501685" y="7855983"/>
                </a:moveTo>
                <a:cubicBezTo>
                  <a:pt x="11511534" y="7855983"/>
                  <a:pt x="11519820" y="7859406"/>
                  <a:pt x="11526540" y="7866251"/>
                </a:cubicBezTo>
                <a:cubicBezTo>
                  <a:pt x="11533261" y="7873096"/>
                  <a:pt x="11536622" y="7881156"/>
                  <a:pt x="11536622" y="7890429"/>
                </a:cubicBezTo>
                <a:cubicBezTo>
                  <a:pt x="11536622" y="7900315"/>
                  <a:pt x="11533270" y="7908609"/>
                  <a:pt x="11526568" y="7915312"/>
                </a:cubicBezTo>
                <a:cubicBezTo>
                  <a:pt x="11519865" y="7922014"/>
                  <a:pt x="11511571" y="7925366"/>
                  <a:pt x="11501685" y="7925366"/>
                </a:cubicBezTo>
                <a:cubicBezTo>
                  <a:pt x="11491929" y="7925366"/>
                  <a:pt x="11483751" y="7922065"/>
                  <a:pt x="11477149" y="7915463"/>
                </a:cubicBezTo>
                <a:cubicBezTo>
                  <a:pt x="11470548" y="7908862"/>
                  <a:pt x="11467247" y="7900517"/>
                  <a:pt x="11467247" y="7890429"/>
                </a:cubicBezTo>
                <a:cubicBezTo>
                  <a:pt x="11467247" y="7880954"/>
                  <a:pt x="11470557" y="7872844"/>
                  <a:pt x="11477176" y="7866099"/>
                </a:cubicBezTo>
                <a:cubicBezTo>
                  <a:pt x="11483796" y="7859355"/>
                  <a:pt x="11491966" y="7855983"/>
                  <a:pt x="11501685" y="7855983"/>
                </a:cubicBezTo>
                <a:close/>
                <a:moveTo>
                  <a:pt x="14609584" y="7809998"/>
                </a:moveTo>
                <a:cubicBezTo>
                  <a:pt x="14618443" y="7809998"/>
                  <a:pt x="14624774" y="7811953"/>
                  <a:pt x="14628576" y="7815864"/>
                </a:cubicBezTo>
                <a:cubicBezTo>
                  <a:pt x="14632378" y="7819776"/>
                  <a:pt x="14634280" y="7826052"/>
                  <a:pt x="14634280" y="7834693"/>
                </a:cubicBezTo>
                <a:cubicBezTo>
                  <a:pt x="14634280" y="7843604"/>
                  <a:pt x="14632391" y="7849947"/>
                  <a:pt x="14628615" y="7853721"/>
                </a:cubicBezTo>
                <a:cubicBezTo>
                  <a:pt x="14624838" y="7857494"/>
                  <a:pt x="14618495" y="7859381"/>
                  <a:pt x="14609584" y="7859381"/>
                </a:cubicBezTo>
                <a:cubicBezTo>
                  <a:pt x="14600580" y="7859381"/>
                  <a:pt x="14594134" y="7857542"/>
                  <a:pt x="14590250" y="7853864"/>
                </a:cubicBezTo>
                <a:cubicBezTo>
                  <a:pt x="14586364" y="7850186"/>
                  <a:pt x="14584422" y="7843796"/>
                  <a:pt x="14584422" y="7834693"/>
                </a:cubicBezTo>
                <a:cubicBezTo>
                  <a:pt x="14584422" y="7825953"/>
                  <a:pt x="14586406" y="7819653"/>
                  <a:pt x="14590374" y="7815791"/>
                </a:cubicBezTo>
                <a:cubicBezTo>
                  <a:pt x="14594342" y="7811929"/>
                  <a:pt x="14600746" y="7809998"/>
                  <a:pt x="14609584" y="7809998"/>
                </a:cubicBezTo>
                <a:close/>
                <a:moveTo>
                  <a:pt x="16656003" y="7787612"/>
                </a:moveTo>
                <a:cubicBezTo>
                  <a:pt x="16665126" y="7787612"/>
                  <a:pt x="16671522" y="7789554"/>
                  <a:pt x="16675190" y="7793439"/>
                </a:cubicBezTo>
                <a:cubicBezTo>
                  <a:pt x="16678857" y="7797325"/>
                  <a:pt x="16680691" y="7803611"/>
                  <a:pt x="16680691" y="7812299"/>
                </a:cubicBezTo>
                <a:cubicBezTo>
                  <a:pt x="16680691" y="7821418"/>
                  <a:pt x="16678882" y="7827894"/>
                  <a:pt x="16675264" y="7831727"/>
                </a:cubicBezTo>
                <a:cubicBezTo>
                  <a:pt x="16671645" y="7835560"/>
                  <a:pt x="16665225" y="7837477"/>
                  <a:pt x="16656003" y="7837477"/>
                </a:cubicBezTo>
                <a:cubicBezTo>
                  <a:pt x="16647222" y="7837477"/>
                  <a:pt x="16640913" y="7835559"/>
                  <a:pt x="16637077" y="7831723"/>
                </a:cubicBezTo>
                <a:cubicBezTo>
                  <a:pt x="16633241" y="7827887"/>
                  <a:pt x="16631323" y="7821412"/>
                  <a:pt x="16631323" y="7812299"/>
                </a:cubicBezTo>
                <a:cubicBezTo>
                  <a:pt x="16631323" y="7803617"/>
                  <a:pt x="16633267" y="7797331"/>
                  <a:pt x="16637154" y="7793443"/>
                </a:cubicBezTo>
                <a:cubicBezTo>
                  <a:pt x="16641043" y="7789556"/>
                  <a:pt x="16647326" y="7787612"/>
                  <a:pt x="16656003" y="7787612"/>
                </a:cubicBezTo>
                <a:close/>
                <a:moveTo>
                  <a:pt x="11547966" y="7751781"/>
                </a:moveTo>
                <a:cubicBezTo>
                  <a:pt x="11556820" y="7751781"/>
                  <a:pt x="11563148" y="7753737"/>
                  <a:pt x="11566951" y="7757648"/>
                </a:cubicBezTo>
                <a:cubicBezTo>
                  <a:pt x="11570753" y="7761559"/>
                  <a:pt x="11572654" y="7767833"/>
                  <a:pt x="11572654" y="7776469"/>
                </a:cubicBezTo>
                <a:cubicBezTo>
                  <a:pt x="11572654" y="7785380"/>
                  <a:pt x="11570767" y="7791723"/>
                  <a:pt x="11566993" y="7795500"/>
                </a:cubicBezTo>
                <a:cubicBezTo>
                  <a:pt x="11563220" y="7799277"/>
                  <a:pt x="11556877" y="7801164"/>
                  <a:pt x="11547966" y="7801164"/>
                </a:cubicBezTo>
                <a:cubicBezTo>
                  <a:pt x="11539024" y="7801164"/>
                  <a:pt x="11532675" y="7799339"/>
                  <a:pt x="11528920" y="7795687"/>
                </a:cubicBezTo>
                <a:cubicBezTo>
                  <a:pt x="11525164" y="7792035"/>
                  <a:pt x="11523286" y="7785629"/>
                  <a:pt x="11523286" y="7776469"/>
                </a:cubicBezTo>
                <a:cubicBezTo>
                  <a:pt x="11523286" y="7767786"/>
                  <a:pt x="11525230" y="7761501"/>
                  <a:pt x="11529118" y="7757613"/>
                </a:cubicBezTo>
                <a:cubicBezTo>
                  <a:pt x="11533006" y="7753725"/>
                  <a:pt x="11539289" y="7751781"/>
                  <a:pt x="11547966" y="7751781"/>
                </a:cubicBezTo>
                <a:close/>
                <a:moveTo>
                  <a:pt x="13702708" y="7705259"/>
                </a:moveTo>
                <a:lnTo>
                  <a:pt x="13709108" y="7718991"/>
                </a:lnTo>
                <a:cubicBezTo>
                  <a:pt x="13689166" y="7756345"/>
                  <a:pt x="13672108" y="7796878"/>
                  <a:pt x="13657936" y="7840587"/>
                </a:cubicBezTo>
                <a:cubicBezTo>
                  <a:pt x="13643763" y="7884297"/>
                  <a:pt x="13634023" y="7925666"/>
                  <a:pt x="13628715" y="7964695"/>
                </a:cubicBezTo>
                <a:lnTo>
                  <a:pt x="13602363" y="7950100"/>
                </a:lnTo>
                <a:cubicBezTo>
                  <a:pt x="13615012" y="7907816"/>
                  <a:pt x="13630320" y="7865363"/>
                  <a:pt x="13648290" y="7822742"/>
                </a:cubicBezTo>
                <a:cubicBezTo>
                  <a:pt x="13666260" y="7780121"/>
                  <a:pt x="13684399" y="7740960"/>
                  <a:pt x="13702708" y="7705259"/>
                </a:cubicBezTo>
                <a:close/>
                <a:moveTo>
                  <a:pt x="10407058" y="7705259"/>
                </a:moveTo>
                <a:lnTo>
                  <a:pt x="10413458" y="7718991"/>
                </a:lnTo>
                <a:cubicBezTo>
                  <a:pt x="10393516" y="7756345"/>
                  <a:pt x="10376458" y="7796878"/>
                  <a:pt x="10362286" y="7840587"/>
                </a:cubicBezTo>
                <a:cubicBezTo>
                  <a:pt x="10348113" y="7884297"/>
                  <a:pt x="10338373" y="7925666"/>
                  <a:pt x="10333065" y="7964695"/>
                </a:cubicBezTo>
                <a:lnTo>
                  <a:pt x="10306713" y="7950100"/>
                </a:lnTo>
                <a:cubicBezTo>
                  <a:pt x="10319361" y="7907816"/>
                  <a:pt x="10334670" y="7865363"/>
                  <a:pt x="10352640" y="7822742"/>
                </a:cubicBezTo>
                <a:cubicBezTo>
                  <a:pt x="10370610" y="7780121"/>
                  <a:pt x="10388749" y="7740960"/>
                  <a:pt x="10407058" y="7705259"/>
                </a:cubicBezTo>
                <a:close/>
                <a:moveTo>
                  <a:pt x="14045048" y="7695104"/>
                </a:moveTo>
                <a:lnTo>
                  <a:pt x="14069977" y="7761275"/>
                </a:lnTo>
                <a:lnTo>
                  <a:pt x="13784010" y="7779952"/>
                </a:lnTo>
                <a:lnTo>
                  <a:pt x="13796957" y="7758328"/>
                </a:lnTo>
                <a:close/>
                <a:moveTo>
                  <a:pt x="10749398" y="7695104"/>
                </a:moveTo>
                <a:lnTo>
                  <a:pt x="10774327" y="7761275"/>
                </a:lnTo>
                <a:lnTo>
                  <a:pt x="10488361" y="7779952"/>
                </a:lnTo>
                <a:lnTo>
                  <a:pt x="10501307" y="7758328"/>
                </a:lnTo>
                <a:close/>
                <a:moveTo>
                  <a:pt x="14610579" y="7646483"/>
                </a:moveTo>
                <a:cubicBezTo>
                  <a:pt x="14619962" y="7646483"/>
                  <a:pt x="14628048" y="7650005"/>
                  <a:pt x="14634839" y="7657050"/>
                </a:cubicBezTo>
                <a:cubicBezTo>
                  <a:pt x="14641630" y="7664095"/>
                  <a:pt x="14645026" y="7672218"/>
                  <a:pt x="14645026" y="7681419"/>
                </a:cubicBezTo>
                <a:cubicBezTo>
                  <a:pt x="14645026" y="7691444"/>
                  <a:pt x="14641690" y="7699855"/>
                  <a:pt x="14635022" y="7706651"/>
                </a:cubicBezTo>
                <a:cubicBezTo>
                  <a:pt x="14628353" y="7713447"/>
                  <a:pt x="14620206" y="7716845"/>
                  <a:pt x="14610579" y="7716845"/>
                </a:cubicBezTo>
                <a:cubicBezTo>
                  <a:pt x="14601144" y="7716845"/>
                  <a:pt x="14593046" y="7713463"/>
                  <a:pt x="14586284" y="7706698"/>
                </a:cubicBezTo>
                <a:cubicBezTo>
                  <a:pt x="14579522" y="7699933"/>
                  <a:pt x="14576140" y="7691507"/>
                  <a:pt x="14576140" y="7681419"/>
                </a:cubicBezTo>
                <a:cubicBezTo>
                  <a:pt x="14576140" y="7671943"/>
                  <a:pt x="14579531" y="7663751"/>
                  <a:pt x="14586312" y="7656844"/>
                </a:cubicBezTo>
                <a:cubicBezTo>
                  <a:pt x="14593092" y="7649937"/>
                  <a:pt x="14601180" y="7646483"/>
                  <a:pt x="14610579" y="7646483"/>
                </a:cubicBezTo>
                <a:close/>
                <a:moveTo>
                  <a:pt x="11356754" y="7636102"/>
                </a:moveTo>
                <a:cubicBezTo>
                  <a:pt x="11324895" y="7680543"/>
                  <a:pt x="11298003" y="7724119"/>
                  <a:pt x="11276078" y="7766831"/>
                </a:cubicBezTo>
                <a:cubicBezTo>
                  <a:pt x="11254153" y="7809543"/>
                  <a:pt x="11235549" y="7856797"/>
                  <a:pt x="11220268" y="7908593"/>
                </a:cubicBezTo>
                <a:lnTo>
                  <a:pt x="11265919" y="7907396"/>
                </a:lnTo>
                <a:cubicBezTo>
                  <a:pt x="11285591" y="7863111"/>
                  <a:pt x="11307196" y="7822097"/>
                  <a:pt x="11330733" y="7784354"/>
                </a:cubicBezTo>
                <a:cubicBezTo>
                  <a:pt x="11354270" y="7746610"/>
                  <a:pt x="11381450" y="7707426"/>
                  <a:pt x="11412273" y="7666801"/>
                </a:cubicBezTo>
                <a:close/>
                <a:moveTo>
                  <a:pt x="16524128" y="7628583"/>
                </a:moveTo>
                <a:cubicBezTo>
                  <a:pt x="16533183" y="7628583"/>
                  <a:pt x="16541188" y="7632187"/>
                  <a:pt x="16548142" y="7639395"/>
                </a:cubicBezTo>
                <a:cubicBezTo>
                  <a:pt x="16555096" y="7646603"/>
                  <a:pt x="16558574" y="7654971"/>
                  <a:pt x="16558574" y="7664499"/>
                </a:cubicBezTo>
                <a:cubicBezTo>
                  <a:pt x="16558574" y="7674125"/>
                  <a:pt x="16555176" y="7682273"/>
                  <a:pt x="16548380" y="7688942"/>
                </a:cubicBezTo>
                <a:cubicBezTo>
                  <a:pt x="16541584" y="7695611"/>
                  <a:pt x="16533500" y="7698945"/>
                  <a:pt x="16524128" y="7698945"/>
                </a:cubicBezTo>
                <a:cubicBezTo>
                  <a:pt x="16513828" y="7698945"/>
                  <a:pt x="16505268" y="7695724"/>
                  <a:pt x="16498448" y="7689280"/>
                </a:cubicBezTo>
                <a:cubicBezTo>
                  <a:pt x="16491628" y="7682837"/>
                  <a:pt x="16488219" y="7674576"/>
                  <a:pt x="16488219" y="7664499"/>
                </a:cubicBezTo>
                <a:cubicBezTo>
                  <a:pt x="16488219" y="7654515"/>
                  <a:pt x="16491709" y="7646033"/>
                  <a:pt x="16498690" y="7639053"/>
                </a:cubicBezTo>
                <a:cubicBezTo>
                  <a:pt x="16505669" y="7632073"/>
                  <a:pt x="16514148" y="7628583"/>
                  <a:pt x="16524128" y="7628583"/>
                </a:cubicBezTo>
                <a:close/>
                <a:moveTo>
                  <a:pt x="11406799" y="7567941"/>
                </a:moveTo>
                <a:cubicBezTo>
                  <a:pt x="11422946" y="7584798"/>
                  <a:pt x="11436204" y="7604695"/>
                  <a:pt x="11446571" y="7627631"/>
                </a:cubicBezTo>
                <a:cubicBezTo>
                  <a:pt x="11456939" y="7650566"/>
                  <a:pt x="11462123" y="7675857"/>
                  <a:pt x="11462123" y="7703502"/>
                </a:cubicBezTo>
                <a:cubicBezTo>
                  <a:pt x="11462123" y="7738477"/>
                  <a:pt x="11455205" y="7770596"/>
                  <a:pt x="11441370" y="7799858"/>
                </a:cubicBezTo>
                <a:cubicBezTo>
                  <a:pt x="11427534" y="7829121"/>
                  <a:pt x="11406381" y="7855496"/>
                  <a:pt x="11377912" y="7878984"/>
                </a:cubicBezTo>
                <a:cubicBezTo>
                  <a:pt x="11351008" y="7901170"/>
                  <a:pt x="11321992" y="7918246"/>
                  <a:pt x="11290863" y="7930210"/>
                </a:cubicBezTo>
                <a:cubicBezTo>
                  <a:pt x="11259734" y="7942174"/>
                  <a:pt x="11229661" y="7948737"/>
                  <a:pt x="11200642" y="7949898"/>
                </a:cubicBezTo>
                <a:lnTo>
                  <a:pt x="11228634" y="7657625"/>
                </a:lnTo>
                <a:cubicBezTo>
                  <a:pt x="11261406" y="7651234"/>
                  <a:pt x="11293743" y="7640216"/>
                  <a:pt x="11325644" y="7624571"/>
                </a:cubicBezTo>
                <a:cubicBezTo>
                  <a:pt x="11357545" y="7608926"/>
                  <a:pt x="11384597" y="7590049"/>
                  <a:pt x="11406799" y="7567941"/>
                </a:cubicBezTo>
                <a:close/>
                <a:moveTo>
                  <a:pt x="14612072" y="7510929"/>
                </a:moveTo>
                <a:cubicBezTo>
                  <a:pt x="14620926" y="7510929"/>
                  <a:pt x="14627254" y="7512885"/>
                  <a:pt x="14631056" y="7516796"/>
                </a:cubicBezTo>
                <a:cubicBezTo>
                  <a:pt x="14634859" y="7520707"/>
                  <a:pt x="14636760" y="7527144"/>
                  <a:pt x="14636760" y="7536107"/>
                </a:cubicBezTo>
                <a:cubicBezTo>
                  <a:pt x="14636760" y="7545339"/>
                  <a:pt x="14634873" y="7551844"/>
                  <a:pt x="14631099" y="7555620"/>
                </a:cubicBezTo>
                <a:cubicBezTo>
                  <a:pt x="14627325" y="7559396"/>
                  <a:pt x="14620983" y="7561285"/>
                  <a:pt x="14612072" y="7561285"/>
                </a:cubicBezTo>
                <a:cubicBezTo>
                  <a:pt x="14603068" y="7561285"/>
                  <a:pt x="14596622" y="7559444"/>
                  <a:pt x="14592734" y="7555764"/>
                </a:cubicBezTo>
                <a:cubicBezTo>
                  <a:pt x="14588846" y="7552083"/>
                  <a:pt x="14586902" y="7545531"/>
                  <a:pt x="14586902" y="7536107"/>
                </a:cubicBezTo>
                <a:cubicBezTo>
                  <a:pt x="14586902" y="7527046"/>
                  <a:pt x="14588888" y="7520584"/>
                  <a:pt x="14592858" y="7516722"/>
                </a:cubicBezTo>
                <a:cubicBezTo>
                  <a:pt x="14596828" y="7512860"/>
                  <a:pt x="14603234" y="7510929"/>
                  <a:pt x="14612072" y="7510929"/>
                </a:cubicBezTo>
                <a:close/>
                <a:moveTo>
                  <a:pt x="16398224" y="7490028"/>
                </a:moveTo>
                <a:cubicBezTo>
                  <a:pt x="16407077" y="7490028"/>
                  <a:pt x="16413406" y="7491984"/>
                  <a:pt x="16417208" y="7495895"/>
                </a:cubicBezTo>
                <a:cubicBezTo>
                  <a:pt x="16421010" y="7499806"/>
                  <a:pt x="16422912" y="7506243"/>
                  <a:pt x="16422912" y="7515206"/>
                </a:cubicBezTo>
                <a:cubicBezTo>
                  <a:pt x="16422912" y="7524117"/>
                  <a:pt x="16421024" y="7530461"/>
                  <a:pt x="16417250" y="7534237"/>
                </a:cubicBezTo>
                <a:cubicBezTo>
                  <a:pt x="16413476" y="7538013"/>
                  <a:pt x="16407134" y="7539901"/>
                  <a:pt x="16398224" y="7539901"/>
                </a:cubicBezTo>
                <a:cubicBezTo>
                  <a:pt x="16389608" y="7539901"/>
                  <a:pt x="16383422" y="7538076"/>
                  <a:pt x="16379667" y="7534423"/>
                </a:cubicBezTo>
                <a:cubicBezTo>
                  <a:pt x="16375912" y="7530772"/>
                  <a:pt x="16374034" y="7524366"/>
                  <a:pt x="16374034" y="7515206"/>
                </a:cubicBezTo>
                <a:cubicBezTo>
                  <a:pt x="16374034" y="7506196"/>
                  <a:pt x="16375977" y="7499748"/>
                  <a:pt x="16379865" y="7495860"/>
                </a:cubicBezTo>
                <a:cubicBezTo>
                  <a:pt x="16383752" y="7491972"/>
                  <a:pt x="16389872" y="7490028"/>
                  <a:pt x="16398224" y="7490028"/>
                </a:cubicBezTo>
                <a:close/>
                <a:moveTo>
                  <a:pt x="15679379" y="7406066"/>
                </a:moveTo>
                <a:cubicBezTo>
                  <a:pt x="15698834" y="7405844"/>
                  <a:pt x="15719404" y="7409455"/>
                  <a:pt x="15741091" y="7416902"/>
                </a:cubicBezTo>
                <a:cubicBezTo>
                  <a:pt x="15762777" y="7424348"/>
                  <a:pt x="15781432" y="7433963"/>
                  <a:pt x="15797056" y="7445746"/>
                </a:cubicBezTo>
                <a:lnTo>
                  <a:pt x="15739967" y="7540702"/>
                </a:lnTo>
                <a:lnTo>
                  <a:pt x="15779794" y="7571245"/>
                </a:lnTo>
                <a:lnTo>
                  <a:pt x="15842598" y="7493620"/>
                </a:lnTo>
                <a:cubicBezTo>
                  <a:pt x="15848436" y="7506310"/>
                  <a:pt x="15855143" y="7521740"/>
                  <a:pt x="15862722" y="7539909"/>
                </a:cubicBezTo>
                <a:cubicBezTo>
                  <a:pt x="15870300" y="7558078"/>
                  <a:pt x="15876062" y="7574034"/>
                  <a:pt x="15880008" y="7587776"/>
                </a:cubicBezTo>
                <a:lnTo>
                  <a:pt x="15801940" y="7600031"/>
                </a:lnTo>
                <a:lnTo>
                  <a:pt x="15812756" y="7656692"/>
                </a:lnTo>
                <a:lnTo>
                  <a:pt x="15887504" y="7650829"/>
                </a:lnTo>
                <a:cubicBezTo>
                  <a:pt x="15887384" y="7649596"/>
                  <a:pt x="15887324" y="7651047"/>
                  <a:pt x="15887324" y="7655184"/>
                </a:cubicBezTo>
                <a:cubicBezTo>
                  <a:pt x="15887324" y="7659321"/>
                  <a:pt x="15887324" y="7663504"/>
                  <a:pt x="15887324" y="7667734"/>
                </a:cubicBezTo>
                <a:cubicBezTo>
                  <a:pt x="15887324" y="7684384"/>
                  <a:pt x="15886131" y="7700351"/>
                  <a:pt x="15883744" y="7715636"/>
                </a:cubicBezTo>
                <a:cubicBezTo>
                  <a:pt x="15881356" y="7730920"/>
                  <a:pt x="15879196" y="7742883"/>
                  <a:pt x="15877262" y="7751524"/>
                </a:cubicBezTo>
                <a:lnTo>
                  <a:pt x="15805416" y="7707094"/>
                </a:lnTo>
                <a:lnTo>
                  <a:pt x="15775588" y="7739068"/>
                </a:lnTo>
                <a:lnTo>
                  <a:pt x="15856587" y="7811670"/>
                </a:lnTo>
                <a:cubicBezTo>
                  <a:pt x="15850906" y="7822042"/>
                  <a:pt x="15843724" y="7833898"/>
                  <a:pt x="15835044" y="7847236"/>
                </a:cubicBezTo>
                <a:cubicBezTo>
                  <a:pt x="15826364" y="7860573"/>
                  <a:pt x="15819240" y="7872610"/>
                  <a:pt x="15813673" y="7883346"/>
                </a:cubicBezTo>
                <a:lnTo>
                  <a:pt x="15757930" y="7786671"/>
                </a:lnTo>
                <a:lnTo>
                  <a:pt x="15711182" y="7812361"/>
                </a:lnTo>
                <a:lnTo>
                  <a:pt x="15767291" y="7922084"/>
                </a:lnTo>
                <a:cubicBezTo>
                  <a:pt x="15751946" y="7931835"/>
                  <a:pt x="15735016" y="7939696"/>
                  <a:pt x="15716500" y="7945668"/>
                </a:cubicBezTo>
                <a:cubicBezTo>
                  <a:pt x="15707242" y="7948654"/>
                  <a:pt x="15697846" y="7950893"/>
                  <a:pt x="15688312" y="7952386"/>
                </a:cubicBezTo>
                <a:lnTo>
                  <a:pt x="15664460" y="7954227"/>
                </a:lnTo>
                <a:lnTo>
                  <a:pt x="15666860" y="7857429"/>
                </a:lnTo>
                <a:lnTo>
                  <a:pt x="15613022" y="7851092"/>
                </a:lnTo>
                <a:lnTo>
                  <a:pt x="15602019" y="7947301"/>
                </a:lnTo>
                <a:cubicBezTo>
                  <a:pt x="15590878" y="7941718"/>
                  <a:pt x="15577423" y="7933407"/>
                  <a:pt x="15561651" y="7922368"/>
                </a:cubicBezTo>
                <a:cubicBezTo>
                  <a:pt x="15545880" y="7911329"/>
                  <a:pt x="15532004" y="7899397"/>
                  <a:pt x="15520024" y="7886573"/>
                </a:cubicBezTo>
                <a:lnTo>
                  <a:pt x="15588334" y="7813147"/>
                </a:lnTo>
                <a:lnTo>
                  <a:pt x="15550777" y="7778809"/>
                </a:lnTo>
                <a:lnTo>
                  <a:pt x="15487040" y="7838877"/>
                </a:lnTo>
                <a:cubicBezTo>
                  <a:pt x="15483043" y="7826638"/>
                  <a:pt x="15478477" y="7812731"/>
                  <a:pt x="15473342" y="7797156"/>
                </a:cubicBezTo>
                <a:cubicBezTo>
                  <a:pt x="15468208" y="7781582"/>
                  <a:pt x="15464576" y="7769727"/>
                  <a:pt x="15462445" y="7761594"/>
                </a:cubicBezTo>
                <a:lnTo>
                  <a:pt x="15544906" y="7766485"/>
                </a:lnTo>
                <a:lnTo>
                  <a:pt x="15544906" y="7704412"/>
                </a:lnTo>
                <a:lnTo>
                  <a:pt x="15458138" y="7698533"/>
                </a:lnTo>
                <a:lnTo>
                  <a:pt x="15457889" y="7688977"/>
                </a:lnTo>
                <a:cubicBezTo>
                  <a:pt x="15457267" y="7669061"/>
                  <a:pt x="15459337" y="7647985"/>
                  <a:pt x="15464102" y="7625749"/>
                </a:cubicBezTo>
                <a:cubicBezTo>
                  <a:pt x="15468865" y="7603513"/>
                  <a:pt x="15474272" y="7582564"/>
                  <a:pt x="15480321" y="7562902"/>
                </a:cubicBezTo>
                <a:lnTo>
                  <a:pt x="15552029" y="7640511"/>
                </a:lnTo>
                <a:lnTo>
                  <a:pt x="15590768" y="7596804"/>
                </a:lnTo>
                <a:lnTo>
                  <a:pt x="15511238" y="7507773"/>
                </a:lnTo>
                <a:cubicBezTo>
                  <a:pt x="15526260" y="7487509"/>
                  <a:pt x="15543383" y="7469235"/>
                  <a:pt x="15562608" y="7452950"/>
                </a:cubicBezTo>
                <a:cubicBezTo>
                  <a:pt x="15581832" y="7436665"/>
                  <a:pt x="15599844" y="7424505"/>
                  <a:pt x="15616645" y="7416470"/>
                </a:cubicBezTo>
                <a:lnTo>
                  <a:pt x="15657965" y="7535571"/>
                </a:lnTo>
                <a:lnTo>
                  <a:pt x="15709144" y="7519762"/>
                </a:lnTo>
                <a:close/>
                <a:moveTo>
                  <a:pt x="15185910" y="7351924"/>
                </a:moveTo>
                <a:lnTo>
                  <a:pt x="15192480" y="7365664"/>
                </a:lnTo>
                <a:cubicBezTo>
                  <a:pt x="15172907" y="7402256"/>
                  <a:pt x="15155972" y="7442387"/>
                  <a:pt x="15141674" y="7486055"/>
                </a:cubicBezTo>
                <a:cubicBezTo>
                  <a:pt x="15127378" y="7529723"/>
                  <a:pt x="15117046" y="7571328"/>
                  <a:pt x="15110680" y="7610870"/>
                </a:cubicBezTo>
                <a:lnTo>
                  <a:pt x="15084492" y="7596306"/>
                </a:lnTo>
                <a:cubicBezTo>
                  <a:pt x="15098525" y="7551638"/>
                  <a:pt x="15114564" y="7508018"/>
                  <a:pt x="15132612" y="7465449"/>
                </a:cubicBezTo>
                <a:cubicBezTo>
                  <a:pt x="15150659" y="7422880"/>
                  <a:pt x="15168425" y="7385038"/>
                  <a:pt x="15185910" y="7351924"/>
                </a:cubicBezTo>
                <a:close/>
                <a:moveTo>
                  <a:pt x="12623686" y="7351924"/>
                </a:moveTo>
                <a:lnTo>
                  <a:pt x="12630256" y="7365664"/>
                </a:lnTo>
                <a:cubicBezTo>
                  <a:pt x="12610682" y="7402256"/>
                  <a:pt x="12593746" y="7442387"/>
                  <a:pt x="12579450" y="7486055"/>
                </a:cubicBezTo>
                <a:cubicBezTo>
                  <a:pt x="12565153" y="7529723"/>
                  <a:pt x="12554821" y="7571328"/>
                  <a:pt x="12548456" y="7610870"/>
                </a:cubicBezTo>
                <a:lnTo>
                  <a:pt x="12522268" y="7596306"/>
                </a:lnTo>
                <a:cubicBezTo>
                  <a:pt x="12536300" y="7551638"/>
                  <a:pt x="12552340" y="7508018"/>
                  <a:pt x="12570387" y="7465449"/>
                </a:cubicBezTo>
                <a:cubicBezTo>
                  <a:pt x="12588434" y="7422880"/>
                  <a:pt x="12606201" y="7385038"/>
                  <a:pt x="12623686" y="7351924"/>
                </a:cubicBezTo>
                <a:close/>
                <a:moveTo>
                  <a:pt x="11958079" y="7324359"/>
                </a:moveTo>
                <a:cubicBezTo>
                  <a:pt x="11965434" y="7326609"/>
                  <a:pt x="11974987" y="7329377"/>
                  <a:pt x="11986736" y="7332664"/>
                </a:cubicBezTo>
                <a:cubicBezTo>
                  <a:pt x="11998485" y="7335950"/>
                  <a:pt x="12007431" y="7338926"/>
                  <a:pt x="12013574" y="7341590"/>
                </a:cubicBezTo>
                <a:lnTo>
                  <a:pt x="12070430" y="7591711"/>
                </a:lnTo>
                <a:cubicBezTo>
                  <a:pt x="12054272" y="7607475"/>
                  <a:pt x="12033452" y="7622203"/>
                  <a:pt x="12007972" y="7635896"/>
                </a:cubicBezTo>
                <a:cubicBezTo>
                  <a:pt x="11982491" y="7649589"/>
                  <a:pt x="11958190" y="7660368"/>
                  <a:pt x="11935071" y="7668231"/>
                </a:cubicBezTo>
                <a:close/>
                <a:moveTo>
                  <a:pt x="13939174" y="7305449"/>
                </a:moveTo>
                <a:lnTo>
                  <a:pt x="14021666" y="7615621"/>
                </a:lnTo>
                <a:lnTo>
                  <a:pt x="13824491" y="7662757"/>
                </a:lnTo>
                <a:close/>
                <a:moveTo>
                  <a:pt x="10643525" y="7305449"/>
                </a:moveTo>
                <a:lnTo>
                  <a:pt x="10726017" y="7615621"/>
                </a:lnTo>
                <a:lnTo>
                  <a:pt x="10528841" y="7662757"/>
                </a:lnTo>
                <a:close/>
                <a:moveTo>
                  <a:pt x="11269161" y="7251703"/>
                </a:moveTo>
                <a:cubicBezTo>
                  <a:pt x="11277554" y="7255705"/>
                  <a:pt x="11286612" y="7259727"/>
                  <a:pt x="11296337" y="7263767"/>
                </a:cubicBezTo>
                <a:cubicBezTo>
                  <a:pt x="11306062" y="7267808"/>
                  <a:pt x="11311910" y="7270813"/>
                  <a:pt x="11313879" y="7272783"/>
                </a:cubicBezTo>
                <a:lnTo>
                  <a:pt x="11335021" y="7515354"/>
                </a:lnTo>
                <a:cubicBezTo>
                  <a:pt x="11324503" y="7528007"/>
                  <a:pt x="11309451" y="7540284"/>
                  <a:pt x="11289864" y="7552183"/>
                </a:cubicBezTo>
                <a:cubicBezTo>
                  <a:pt x="11270277" y="7564083"/>
                  <a:pt x="11251777" y="7574068"/>
                  <a:pt x="11234365" y="7582139"/>
                </a:cubicBezTo>
                <a:close/>
                <a:moveTo>
                  <a:pt x="15663952" y="7220849"/>
                </a:moveTo>
                <a:cubicBezTo>
                  <a:pt x="15612622" y="7220849"/>
                  <a:pt x="15565962" y="7231523"/>
                  <a:pt x="15523970" y="7252870"/>
                </a:cubicBezTo>
                <a:cubicBezTo>
                  <a:pt x="15481978" y="7274217"/>
                  <a:pt x="15444709" y="7306208"/>
                  <a:pt x="15412160" y="7348845"/>
                </a:cubicBezTo>
                <a:cubicBezTo>
                  <a:pt x="15382845" y="7387511"/>
                  <a:pt x="15360792" y="7429630"/>
                  <a:pt x="15346000" y="7475204"/>
                </a:cubicBezTo>
                <a:cubicBezTo>
                  <a:pt x="15331208" y="7520777"/>
                  <a:pt x="15323812" y="7569610"/>
                  <a:pt x="15323812" y="7621702"/>
                </a:cubicBezTo>
                <a:cubicBezTo>
                  <a:pt x="15323812" y="7673902"/>
                  <a:pt x="15331310" y="7723352"/>
                  <a:pt x="15346304" y="7770050"/>
                </a:cubicBezTo>
                <a:cubicBezTo>
                  <a:pt x="15361298" y="7816748"/>
                  <a:pt x="15383854" y="7859972"/>
                  <a:pt x="15413972" y="7899722"/>
                </a:cubicBezTo>
                <a:cubicBezTo>
                  <a:pt x="15447329" y="7943789"/>
                  <a:pt x="15485122" y="7976937"/>
                  <a:pt x="15527348" y="7999165"/>
                </a:cubicBezTo>
                <a:cubicBezTo>
                  <a:pt x="15569576" y="8021393"/>
                  <a:pt x="15616272" y="8032507"/>
                  <a:pt x="15667436" y="8032507"/>
                </a:cubicBezTo>
                <a:cubicBezTo>
                  <a:pt x="15719304" y="8032507"/>
                  <a:pt x="15766399" y="8021369"/>
                  <a:pt x="15808720" y="7999095"/>
                </a:cubicBezTo>
                <a:cubicBezTo>
                  <a:pt x="15851040" y="7976820"/>
                  <a:pt x="15889553" y="7938356"/>
                  <a:pt x="15924258" y="7883704"/>
                </a:cubicBezTo>
                <a:cubicBezTo>
                  <a:pt x="15953444" y="7853964"/>
                  <a:pt x="15975538" y="7815901"/>
                  <a:pt x="15990542" y="7769514"/>
                </a:cubicBezTo>
                <a:cubicBezTo>
                  <a:pt x="16005546" y="7723127"/>
                  <a:pt x="16013049" y="7673856"/>
                  <a:pt x="16013049" y="7621702"/>
                </a:cubicBezTo>
                <a:cubicBezTo>
                  <a:pt x="16013049" y="7569817"/>
                  <a:pt x="16005205" y="7521008"/>
                  <a:pt x="15989516" y="7475274"/>
                </a:cubicBezTo>
                <a:cubicBezTo>
                  <a:pt x="15973827" y="7429540"/>
                  <a:pt x="15951256" y="7389126"/>
                  <a:pt x="15921802" y="7354031"/>
                </a:cubicBezTo>
                <a:cubicBezTo>
                  <a:pt x="15886485" y="7308020"/>
                  <a:pt x="15847524" y="7274320"/>
                  <a:pt x="15804921" y="7252932"/>
                </a:cubicBezTo>
                <a:cubicBezTo>
                  <a:pt x="15762318" y="7231544"/>
                  <a:pt x="15715328" y="7220849"/>
                  <a:pt x="15663952" y="7220849"/>
                </a:cubicBezTo>
                <a:close/>
                <a:moveTo>
                  <a:pt x="15071616" y="7213882"/>
                </a:moveTo>
                <a:cubicBezTo>
                  <a:pt x="15052410" y="7329730"/>
                  <a:pt x="15038225" y="7438342"/>
                  <a:pt x="15029062" y="7539719"/>
                </a:cubicBezTo>
                <a:cubicBezTo>
                  <a:pt x="15019900" y="7641095"/>
                  <a:pt x="15015320" y="7737241"/>
                  <a:pt x="15015320" y="7828154"/>
                </a:cubicBezTo>
                <a:cubicBezTo>
                  <a:pt x="15015320" y="7864596"/>
                  <a:pt x="15016074" y="7899959"/>
                  <a:pt x="15017582" y="7934242"/>
                </a:cubicBezTo>
                <a:cubicBezTo>
                  <a:pt x="15019090" y="7968525"/>
                  <a:pt x="15021633" y="8004763"/>
                  <a:pt x="15025210" y="8042957"/>
                </a:cubicBezTo>
                <a:lnTo>
                  <a:pt x="15160336" y="8028759"/>
                </a:lnTo>
                <a:cubicBezTo>
                  <a:pt x="15161388" y="7958622"/>
                  <a:pt x="15165094" y="7891120"/>
                  <a:pt x="15171455" y="7826253"/>
                </a:cubicBezTo>
                <a:cubicBezTo>
                  <a:pt x="15177816" y="7761386"/>
                  <a:pt x="15186791" y="7697598"/>
                  <a:pt x="15198382" y="7634889"/>
                </a:cubicBezTo>
                <a:cubicBezTo>
                  <a:pt x="15205531" y="7596695"/>
                  <a:pt x="15216810" y="7545001"/>
                  <a:pt x="15232222" y="7479807"/>
                </a:cubicBezTo>
                <a:cubicBezTo>
                  <a:pt x="15247634" y="7414613"/>
                  <a:pt x="15266568" y="7337848"/>
                  <a:pt x="15289024" y="7249511"/>
                </a:cubicBezTo>
                <a:close/>
                <a:moveTo>
                  <a:pt x="12509391" y="7213882"/>
                </a:moveTo>
                <a:cubicBezTo>
                  <a:pt x="12490185" y="7329730"/>
                  <a:pt x="12476000" y="7438342"/>
                  <a:pt x="12466838" y="7539719"/>
                </a:cubicBezTo>
                <a:cubicBezTo>
                  <a:pt x="12457676" y="7641095"/>
                  <a:pt x="12453095" y="7737241"/>
                  <a:pt x="12453095" y="7828154"/>
                </a:cubicBezTo>
                <a:cubicBezTo>
                  <a:pt x="12453095" y="7864596"/>
                  <a:pt x="12453849" y="7899959"/>
                  <a:pt x="12455357" y="7934242"/>
                </a:cubicBezTo>
                <a:cubicBezTo>
                  <a:pt x="12456866" y="7968525"/>
                  <a:pt x="12459408" y="8004763"/>
                  <a:pt x="12462986" y="8042957"/>
                </a:cubicBezTo>
                <a:lnTo>
                  <a:pt x="12598112" y="8028759"/>
                </a:lnTo>
                <a:cubicBezTo>
                  <a:pt x="12599163" y="7958622"/>
                  <a:pt x="12602870" y="7891120"/>
                  <a:pt x="12609230" y="7826253"/>
                </a:cubicBezTo>
                <a:cubicBezTo>
                  <a:pt x="12615591" y="7761386"/>
                  <a:pt x="12624567" y="7697598"/>
                  <a:pt x="12636158" y="7634889"/>
                </a:cubicBezTo>
                <a:cubicBezTo>
                  <a:pt x="12643306" y="7596695"/>
                  <a:pt x="12654586" y="7545001"/>
                  <a:pt x="12669998" y="7479807"/>
                </a:cubicBezTo>
                <a:cubicBezTo>
                  <a:pt x="12685409" y="7414613"/>
                  <a:pt x="12704343" y="7337848"/>
                  <a:pt x="12726799" y="7249511"/>
                </a:cubicBezTo>
                <a:close/>
                <a:moveTo>
                  <a:pt x="13994040" y="7184521"/>
                </a:moveTo>
                <a:lnTo>
                  <a:pt x="13844459" y="7196862"/>
                </a:lnTo>
                <a:lnTo>
                  <a:pt x="13473823" y="7963000"/>
                </a:lnTo>
                <a:lnTo>
                  <a:pt x="13676924" y="8098693"/>
                </a:lnTo>
                <a:lnTo>
                  <a:pt x="13766344" y="7861317"/>
                </a:lnTo>
                <a:lnTo>
                  <a:pt x="14101414" y="7866193"/>
                </a:lnTo>
                <a:lnTo>
                  <a:pt x="14160642" y="8043953"/>
                </a:lnTo>
                <a:lnTo>
                  <a:pt x="14264082" y="8021116"/>
                </a:lnTo>
                <a:close/>
                <a:moveTo>
                  <a:pt x="10698390" y="7184521"/>
                </a:moveTo>
                <a:lnTo>
                  <a:pt x="10548809" y="7196862"/>
                </a:lnTo>
                <a:lnTo>
                  <a:pt x="10178173" y="7963000"/>
                </a:lnTo>
                <a:lnTo>
                  <a:pt x="10381274" y="8098693"/>
                </a:lnTo>
                <a:lnTo>
                  <a:pt x="10470694" y="7861317"/>
                </a:lnTo>
                <a:lnTo>
                  <a:pt x="10805764" y="7866193"/>
                </a:lnTo>
                <a:lnTo>
                  <a:pt x="10864992" y="8043953"/>
                </a:lnTo>
                <a:lnTo>
                  <a:pt x="10968432" y="8021116"/>
                </a:lnTo>
                <a:close/>
                <a:moveTo>
                  <a:pt x="11165776" y="7179047"/>
                </a:moveTo>
                <a:cubicBezTo>
                  <a:pt x="11152801" y="7179047"/>
                  <a:pt x="11138234" y="7179580"/>
                  <a:pt x="11122076" y="7180645"/>
                </a:cubicBezTo>
                <a:cubicBezTo>
                  <a:pt x="11105918" y="7181710"/>
                  <a:pt x="11087226" y="7183381"/>
                  <a:pt x="11065998" y="7185657"/>
                </a:cubicBezTo>
                <a:lnTo>
                  <a:pt x="11100903" y="8030602"/>
                </a:lnTo>
                <a:cubicBezTo>
                  <a:pt x="11141808" y="8040560"/>
                  <a:pt x="11179046" y="8047514"/>
                  <a:pt x="11212616" y="8051464"/>
                </a:cubicBezTo>
                <a:cubicBezTo>
                  <a:pt x="11246187" y="8055414"/>
                  <a:pt x="11278347" y="8057389"/>
                  <a:pt x="11309097" y="8057389"/>
                </a:cubicBezTo>
                <a:cubicBezTo>
                  <a:pt x="11356964" y="8057389"/>
                  <a:pt x="11400559" y="8052208"/>
                  <a:pt x="11439880" y="8041845"/>
                </a:cubicBezTo>
                <a:cubicBezTo>
                  <a:pt x="11479202" y="8031483"/>
                  <a:pt x="11514274" y="8015761"/>
                  <a:pt x="11545097" y="7994678"/>
                </a:cubicBezTo>
                <a:cubicBezTo>
                  <a:pt x="11581404" y="7969931"/>
                  <a:pt x="11608750" y="7939789"/>
                  <a:pt x="11627134" y="7904255"/>
                </a:cubicBezTo>
                <a:cubicBezTo>
                  <a:pt x="11645519" y="7868720"/>
                  <a:pt x="11654711" y="7828115"/>
                  <a:pt x="11654711" y="7782441"/>
                </a:cubicBezTo>
                <a:cubicBezTo>
                  <a:pt x="11654711" y="7720240"/>
                  <a:pt x="11636959" y="7661833"/>
                  <a:pt x="11601455" y="7607220"/>
                </a:cubicBezTo>
                <a:cubicBezTo>
                  <a:pt x="11565952" y="7552606"/>
                  <a:pt x="11521490" y="7514394"/>
                  <a:pt x="11468071" y="7492587"/>
                </a:cubicBezTo>
                <a:cubicBezTo>
                  <a:pt x="11475836" y="7481415"/>
                  <a:pt x="11481763" y="7467216"/>
                  <a:pt x="11485850" y="7449987"/>
                </a:cubicBezTo>
                <a:cubicBezTo>
                  <a:pt x="11489938" y="7432759"/>
                  <a:pt x="11491981" y="7415848"/>
                  <a:pt x="11491981" y="7399255"/>
                </a:cubicBezTo>
                <a:cubicBezTo>
                  <a:pt x="11491981" y="7361035"/>
                  <a:pt x="11482450" y="7327334"/>
                  <a:pt x="11463386" y="7298151"/>
                </a:cubicBezTo>
                <a:cubicBezTo>
                  <a:pt x="11444323" y="7268969"/>
                  <a:pt x="11415673" y="7244480"/>
                  <a:pt x="11377438" y="7224683"/>
                </a:cubicBezTo>
                <a:cubicBezTo>
                  <a:pt x="11347988" y="7209292"/>
                  <a:pt x="11315545" y="7197839"/>
                  <a:pt x="11280106" y="7190322"/>
                </a:cubicBezTo>
                <a:cubicBezTo>
                  <a:pt x="11244666" y="7182806"/>
                  <a:pt x="11206557" y="7179047"/>
                  <a:pt x="11165776" y="7179047"/>
                </a:cubicBezTo>
                <a:close/>
                <a:moveTo>
                  <a:pt x="11840464" y="7178798"/>
                </a:moveTo>
                <a:lnTo>
                  <a:pt x="11770848" y="7180120"/>
                </a:lnTo>
                <a:lnTo>
                  <a:pt x="11804626" y="8066347"/>
                </a:lnTo>
                <a:lnTo>
                  <a:pt x="11914582" y="8049792"/>
                </a:lnTo>
                <a:lnTo>
                  <a:pt x="11931113" y="7741331"/>
                </a:lnTo>
                <a:lnTo>
                  <a:pt x="11976935" y="7727039"/>
                </a:lnTo>
                <a:lnTo>
                  <a:pt x="12137208" y="7938265"/>
                </a:lnTo>
                <a:cubicBezTo>
                  <a:pt x="12165998" y="7975755"/>
                  <a:pt x="12194710" y="8003986"/>
                  <a:pt x="12223343" y="8022958"/>
                </a:cubicBezTo>
                <a:cubicBezTo>
                  <a:pt x="12251975" y="8041931"/>
                  <a:pt x="12280874" y="8051417"/>
                  <a:pt x="12310038" y="8051417"/>
                </a:cubicBezTo>
                <a:cubicBezTo>
                  <a:pt x="12336936" y="8051417"/>
                  <a:pt x="12360936" y="8043233"/>
                  <a:pt x="12382036" y="8026866"/>
                </a:cubicBezTo>
                <a:cubicBezTo>
                  <a:pt x="12403137" y="8010498"/>
                  <a:pt x="12421489" y="7983165"/>
                  <a:pt x="12437092" y="7944867"/>
                </a:cubicBezTo>
                <a:lnTo>
                  <a:pt x="12406130" y="7931889"/>
                </a:lnTo>
                <a:cubicBezTo>
                  <a:pt x="12392330" y="7947363"/>
                  <a:pt x="12380047" y="7958297"/>
                  <a:pt x="12369280" y="7964691"/>
                </a:cubicBezTo>
                <a:cubicBezTo>
                  <a:pt x="12358514" y="7971086"/>
                  <a:pt x="12347552" y="7974282"/>
                  <a:pt x="12336397" y="7974282"/>
                </a:cubicBezTo>
                <a:cubicBezTo>
                  <a:pt x="12328476" y="7974282"/>
                  <a:pt x="12320096" y="7972545"/>
                  <a:pt x="12311254" y="7969069"/>
                </a:cubicBezTo>
                <a:cubicBezTo>
                  <a:pt x="12302414" y="7965593"/>
                  <a:pt x="12292970" y="7960201"/>
                  <a:pt x="12282924" y="7952892"/>
                </a:cubicBezTo>
                <a:cubicBezTo>
                  <a:pt x="12274122" y="7946521"/>
                  <a:pt x="12266330" y="7939718"/>
                  <a:pt x="12259550" y="7932484"/>
                </a:cubicBezTo>
                <a:cubicBezTo>
                  <a:pt x="12252770" y="7925250"/>
                  <a:pt x="12247150" y="7918225"/>
                  <a:pt x="12242692" y="7911408"/>
                </a:cubicBezTo>
                <a:lnTo>
                  <a:pt x="12087303" y="7670370"/>
                </a:lnTo>
                <a:lnTo>
                  <a:pt x="12100895" y="7663030"/>
                </a:lnTo>
                <a:lnTo>
                  <a:pt x="12156919" y="7703028"/>
                </a:lnTo>
                <a:lnTo>
                  <a:pt x="12195136" y="7652835"/>
                </a:lnTo>
                <a:lnTo>
                  <a:pt x="12147806" y="7611135"/>
                </a:lnTo>
                <a:cubicBezTo>
                  <a:pt x="12156867" y="7602934"/>
                  <a:pt x="12164921" y="7592207"/>
                  <a:pt x="12171968" y="7578955"/>
                </a:cubicBezTo>
                <a:cubicBezTo>
                  <a:pt x="12179016" y="7565703"/>
                  <a:pt x="12183361" y="7554712"/>
                  <a:pt x="12185005" y="7545982"/>
                </a:cubicBezTo>
                <a:lnTo>
                  <a:pt x="12242887" y="7567925"/>
                </a:lnTo>
                <a:lnTo>
                  <a:pt x="12267824" y="7509499"/>
                </a:lnTo>
                <a:lnTo>
                  <a:pt x="12197578" y="7483629"/>
                </a:lnTo>
                <a:cubicBezTo>
                  <a:pt x="12199828" y="7469949"/>
                  <a:pt x="12200094" y="7455039"/>
                  <a:pt x="12198379" y="7438899"/>
                </a:cubicBezTo>
                <a:cubicBezTo>
                  <a:pt x="12196663" y="7422759"/>
                  <a:pt x="12193306" y="7410698"/>
                  <a:pt x="12188309" y="7402715"/>
                </a:cubicBezTo>
                <a:lnTo>
                  <a:pt x="12250274" y="7360050"/>
                </a:lnTo>
                <a:lnTo>
                  <a:pt x="12209257" y="7311973"/>
                </a:lnTo>
                <a:lnTo>
                  <a:pt x="12162416" y="7345626"/>
                </a:lnTo>
                <a:cubicBezTo>
                  <a:pt x="12157414" y="7335823"/>
                  <a:pt x="12148578" y="7325803"/>
                  <a:pt x="12135909" y="7315565"/>
                </a:cubicBezTo>
                <a:cubicBezTo>
                  <a:pt x="12123240" y="7305327"/>
                  <a:pt x="12110628" y="7298251"/>
                  <a:pt x="12098072" y="7294338"/>
                </a:cubicBezTo>
                <a:lnTo>
                  <a:pt x="12127340" y="7236510"/>
                </a:lnTo>
                <a:lnTo>
                  <a:pt x="12069707" y="7210998"/>
                </a:lnTo>
                <a:lnTo>
                  <a:pt x="12039195" y="7273444"/>
                </a:lnTo>
                <a:lnTo>
                  <a:pt x="11987339" y="7259292"/>
                </a:lnTo>
                <a:lnTo>
                  <a:pt x="11993684" y="7193354"/>
                </a:lnTo>
                <a:lnTo>
                  <a:pt x="11925421" y="7189039"/>
                </a:lnTo>
                <a:lnTo>
                  <a:pt x="11916168" y="7248570"/>
                </a:lnTo>
                <a:lnTo>
                  <a:pt x="11842936" y="7242139"/>
                </a:lnTo>
                <a:close/>
                <a:moveTo>
                  <a:pt x="13113298" y="7165067"/>
                </a:moveTo>
                <a:lnTo>
                  <a:pt x="13048114" y="7176108"/>
                </a:lnTo>
                <a:lnTo>
                  <a:pt x="13061768" y="7235895"/>
                </a:lnTo>
                <a:cubicBezTo>
                  <a:pt x="13049202" y="7240447"/>
                  <a:pt x="13034496" y="7248115"/>
                  <a:pt x="13017649" y="7258900"/>
                </a:cubicBezTo>
                <a:cubicBezTo>
                  <a:pt x="13000802" y="7269685"/>
                  <a:pt x="12986974" y="7281186"/>
                  <a:pt x="12976165" y="7293404"/>
                </a:cubicBezTo>
                <a:lnTo>
                  <a:pt x="12934021" y="7240203"/>
                </a:lnTo>
                <a:lnTo>
                  <a:pt x="12890034" y="7273157"/>
                </a:lnTo>
                <a:lnTo>
                  <a:pt x="12933943" y="7334094"/>
                </a:lnTo>
                <a:cubicBezTo>
                  <a:pt x="12925297" y="7341710"/>
                  <a:pt x="12916046" y="7352335"/>
                  <a:pt x="12906192" y="7365971"/>
                </a:cubicBezTo>
                <a:cubicBezTo>
                  <a:pt x="12896338" y="7379607"/>
                  <a:pt x="12888264" y="7393159"/>
                  <a:pt x="12881970" y="7406626"/>
                </a:cubicBezTo>
                <a:lnTo>
                  <a:pt x="12830441" y="7369536"/>
                </a:lnTo>
                <a:lnTo>
                  <a:pt x="12795373" y="7420195"/>
                </a:lnTo>
                <a:lnTo>
                  <a:pt x="12855393" y="7461865"/>
                </a:lnTo>
                <a:cubicBezTo>
                  <a:pt x="12845565" y="7481952"/>
                  <a:pt x="12837594" y="7505135"/>
                  <a:pt x="12831479" y="7531414"/>
                </a:cubicBezTo>
                <a:cubicBezTo>
                  <a:pt x="12825365" y="7557694"/>
                  <a:pt x="12821359" y="7582209"/>
                  <a:pt x="12819462" y="7604961"/>
                </a:cubicBezTo>
                <a:lnTo>
                  <a:pt x="12743167" y="7615124"/>
                </a:lnTo>
                <a:lnTo>
                  <a:pt x="12756961" y="7676847"/>
                </a:lnTo>
                <a:lnTo>
                  <a:pt x="12818062" y="7666606"/>
                </a:lnTo>
                <a:cubicBezTo>
                  <a:pt x="12818570" y="7692074"/>
                  <a:pt x="12822144" y="7718825"/>
                  <a:pt x="12828785" y="7746859"/>
                </a:cubicBezTo>
                <a:cubicBezTo>
                  <a:pt x="12835426" y="7774893"/>
                  <a:pt x="12844777" y="7798801"/>
                  <a:pt x="12856840" y="7818582"/>
                </a:cubicBezTo>
                <a:lnTo>
                  <a:pt x="12798794" y="7852601"/>
                </a:lnTo>
                <a:lnTo>
                  <a:pt x="12825029" y="7899216"/>
                </a:lnTo>
                <a:lnTo>
                  <a:pt x="12884116" y="7868494"/>
                </a:lnTo>
                <a:cubicBezTo>
                  <a:pt x="12892323" y="7882252"/>
                  <a:pt x="12903034" y="7895908"/>
                  <a:pt x="12916250" y="7909460"/>
                </a:cubicBezTo>
                <a:cubicBezTo>
                  <a:pt x="12929466" y="7923013"/>
                  <a:pt x="12942178" y="7933206"/>
                  <a:pt x="12954386" y="7940038"/>
                </a:cubicBezTo>
                <a:lnTo>
                  <a:pt x="12924636" y="7990324"/>
                </a:lnTo>
                <a:lnTo>
                  <a:pt x="12972620" y="8025042"/>
                </a:lnTo>
                <a:lnTo>
                  <a:pt x="13007602" y="7969438"/>
                </a:lnTo>
                <a:cubicBezTo>
                  <a:pt x="13014113" y="7974264"/>
                  <a:pt x="13024160" y="7978941"/>
                  <a:pt x="13037741" y="7983470"/>
                </a:cubicBezTo>
                <a:cubicBezTo>
                  <a:pt x="13051323" y="7987998"/>
                  <a:pt x="13062722" y="7991117"/>
                  <a:pt x="13071938" y="7992827"/>
                </a:cubicBezTo>
                <a:lnTo>
                  <a:pt x="13054373" y="8055787"/>
                </a:lnTo>
                <a:lnTo>
                  <a:pt x="13115824" y="8070421"/>
                </a:lnTo>
                <a:lnTo>
                  <a:pt x="13129650" y="8000160"/>
                </a:lnTo>
                <a:cubicBezTo>
                  <a:pt x="13143045" y="8003410"/>
                  <a:pt x="13160492" y="8003707"/>
                  <a:pt x="13181992" y="8001050"/>
                </a:cubicBezTo>
                <a:cubicBezTo>
                  <a:pt x="13203491" y="7998394"/>
                  <a:pt x="13222186" y="7992892"/>
                  <a:pt x="13238074" y="7984546"/>
                </a:cubicBezTo>
                <a:lnTo>
                  <a:pt x="13266074" y="8045539"/>
                </a:lnTo>
                <a:lnTo>
                  <a:pt x="13320115" y="8016823"/>
                </a:lnTo>
                <a:lnTo>
                  <a:pt x="13295241" y="7956826"/>
                </a:lnTo>
                <a:cubicBezTo>
                  <a:pt x="13307728" y="7949678"/>
                  <a:pt x="13320438" y="7939464"/>
                  <a:pt x="13333369" y="7926186"/>
                </a:cubicBezTo>
                <a:cubicBezTo>
                  <a:pt x="13346300" y="7912908"/>
                  <a:pt x="13356031" y="7899991"/>
                  <a:pt x="13362562" y="7887436"/>
                </a:cubicBezTo>
                <a:lnTo>
                  <a:pt x="13415663" y="7910864"/>
                </a:lnTo>
                <a:lnTo>
                  <a:pt x="13436696" y="7863425"/>
                </a:lnTo>
                <a:lnTo>
                  <a:pt x="13384498" y="7839895"/>
                </a:lnTo>
                <a:cubicBezTo>
                  <a:pt x="13390330" y="7831171"/>
                  <a:pt x="13394714" y="7819292"/>
                  <a:pt x="13397650" y="7804259"/>
                </a:cubicBezTo>
                <a:cubicBezTo>
                  <a:pt x="13400587" y="7789226"/>
                  <a:pt x="13402055" y="7777752"/>
                  <a:pt x="13402055" y="7769836"/>
                </a:cubicBezTo>
                <a:lnTo>
                  <a:pt x="13446944" y="7769836"/>
                </a:lnTo>
                <a:lnTo>
                  <a:pt x="13446944" y="7714310"/>
                </a:lnTo>
                <a:lnTo>
                  <a:pt x="13396838" y="7714310"/>
                </a:lnTo>
                <a:cubicBezTo>
                  <a:pt x="13395475" y="7706846"/>
                  <a:pt x="13392958" y="7697555"/>
                  <a:pt x="13389288" y="7686438"/>
                </a:cubicBezTo>
                <a:cubicBezTo>
                  <a:pt x="13385618" y="7675322"/>
                  <a:pt x="13379397" y="7662817"/>
                  <a:pt x="13370626" y="7648924"/>
                </a:cubicBezTo>
                <a:lnTo>
                  <a:pt x="13312130" y="7669755"/>
                </a:lnTo>
                <a:cubicBezTo>
                  <a:pt x="13312130" y="7717446"/>
                  <a:pt x="13297848" y="7754371"/>
                  <a:pt x="13269285" y="7780528"/>
                </a:cubicBezTo>
                <a:cubicBezTo>
                  <a:pt x="13240723" y="7806685"/>
                  <a:pt x="13204353" y="7819764"/>
                  <a:pt x="13160177" y="7819764"/>
                </a:cubicBezTo>
                <a:cubicBezTo>
                  <a:pt x="13126778" y="7819764"/>
                  <a:pt x="13097137" y="7813721"/>
                  <a:pt x="13071254" y="7801635"/>
                </a:cubicBezTo>
                <a:cubicBezTo>
                  <a:pt x="13045372" y="7789549"/>
                  <a:pt x="13022625" y="7771065"/>
                  <a:pt x="13003014" y="7746183"/>
                </a:cubicBezTo>
                <a:cubicBezTo>
                  <a:pt x="12985348" y="7723887"/>
                  <a:pt x="12972128" y="7698336"/>
                  <a:pt x="12963355" y="7669530"/>
                </a:cubicBezTo>
                <a:cubicBezTo>
                  <a:pt x="12954582" y="7640724"/>
                  <a:pt x="12950194" y="7608690"/>
                  <a:pt x="12950194" y="7573430"/>
                </a:cubicBezTo>
                <a:cubicBezTo>
                  <a:pt x="12950194" y="7541726"/>
                  <a:pt x="12954877" y="7511798"/>
                  <a:pt x="12964241" y="7483644"/>
                </a:cubicBezTo>
                <a:cubicBezTo>
                  <a:pt x="12973606" y="7455491"/>
                  <a:pt x="12987992" y="7429183"/>
                  <a:pt x="13007400" y="7404721"/>
                </a:cubicBezTo>
                <a:cubicBezTo>
                  <a:pt x="13027985" y="7378455"/>
                  <a:pt x="13051076" y="7358909"/>
                  <a:pt x="13076674" y="7346085"/>
                </a:cubicBezTo>
                <a:cubicBezTo>
                  <a:pt x="13102272" y="7333260"/>
                  <a:pt x="13130093" y="7326848"/>
                  <a:pt x="13160138" y="7326848"/>
                </a:cubicBezTo>
                <a:cubicBezTo>
                  <a:pt x="13195502" y="7326848"/>
                  <a:pt x="13227214" y="7335887"/>
                  <a:pt x="13255274" y="7353965"/>
                </a:cubicBezTo>
                <a:cubicBezTo>
                  <a:pt x="13283334" y="7372044"/>
                  <a:pt x="13309706" y="7400950"/>
                  <a:pt x="13334391" y="7440684"/>
                </a:cubicBezTo>
                <a:lnTo>
                  <a:pt x="13394925" y="7417574"/>
                </a:lnTo>
                <a:cubicBezTo>
                  <a:pt x="13392603" y="7404693"/>
                  <a:pt x="13389560" y="7393284"/>
                  <a:pt x="13385796" y="7383350"/>
                </a:cubicBezTo>
                <a:cubicBezTo>
                  <a:pt x="13382033" y="7373415"/>
                  <a:pt x="13378080" y="7365552"/>
                  <a:pt x="13373938" y="7359762"/>
                </a:cubicBezTo>
                <a:lnTo>
                  <a:pt x="13422248" y="7330704"/>
                </a:lnTo>
                <a:lnTo>
                  <a:pt x="13389933" y="7278273"/>
                </a:lnTo>
                <a:lnTo>
                  <a:pt x="13346677" y="7308046"/>
                </a:lnTo>
                <a:cubicBezTo>
                  <a:pt x="13340923" y="7296071"/>
                  <a:pt x="13331987" y="7283937"/>
                  <a:pt x="13319870" y="7271644"/>
                </a:cubicBezTo>
                <a:cubicBezTo>
                  <a:pt x="13307753" y="7259351"/>
                  <a:pt x="13296503" y="7250299"/>
                  <a:pt x="13286120" y="7244487"/>
                </a:cubicBezTo>
                <a:lnTo>
                  <a:pt x="13305147" y="7177788"/>
                </a:lnTo>
                <a:lnTo>
                  <a:pt x="13248742" y="7165067"/>
                </a:lnTo>
                <a:lnTo>
                  <a:pt x="13235181" y="7222148"/>
                </a:lnTo>
                <a:cubicBezTo>
                  <a:pt x="13230873" y="7219084"/>
                  <a:pt x="13222954" y="7216692"/>
                  <a:pt x="13211422" y="7214971"/>
                </a:cubicBezTo>
                <a:cubicBezTo>
                  <a:pt x="13199892" y="7213250"/>
                  <a:pt x="13188291" y="7212389"/>
                  <a:pt x="13176622" y="7212389"/>
                </a:cubicBezTo>
                <a:cubicBezTo>
                  <a:pt x="13165607" y="7212389"/>
                  <a:pt x="13154356" y="7213075"/>
                  <a:pt x="13142868" y="7214446"/>
                </a:cubicBezTo>
                <a:cubicBezTo>
                  <a:pt x="13131381" y="7215817"/>
                  <a:pt x="13123948" y="7217571"/>
                  <a:pt x="13120568" y="7219706"/>
                </a:cubicBezTo>
                <a:close/>
                <a:moveTo>
                  <a:pt x="14332350" y="7131250"/>
                </a:moveTo>
                <a:lnTo>
                  <a:pt x="14279895" y="7145386"/>
                </a:lnTo>
                <a:lnTo>
                  <a:pt x="14279895" y="7164631"/>
                </a:lnTo>
                <a:cubicBezTo>
                  <a:pt x="14279895" y="7198735"/>
                  <a:pt x="14286270" y="7227485"/>
                  <a:pt x="14299019" y="7250879"/>
                </a:cubicBezTo>
                <a:cubicBezTo>
                  <a:pt x="14311768" y="7274274"/>
                  <a:pt x="14331308" y="7292637"/>
                  <a:pt x="14357636" y="7305970"/>
                </a:cubicBezTo>
                <a:cubicBezTo>
                  <a:pt x="14376168" y="7315239"/>
                  <a:pt x="14399154" y="7321861"/>
                  <a:pt x="14426595" y="7325837"/>
                </a:cubicBezTo>
                <a:cubicBezTo>
                  <a:pt x="14454035" y="7329813"/>
                  <a:pt x="14486015" y="7331477"/>
                  <a:pt x="14522535" y="7330829"/>
                </a:cubicBezTo>
                <a:lnTo>
                  <a:pt x="14545636" y="7330339"/>
                </a:lnTo>
                <a:lnTo>
                  <a:pt x="14490989" y="8016357"/>
                </a:lnTo>
                <a:lnTo>
                  <a:pt x="14731826" y="8046441"/>
                </a:lnTo>
                <a:lnTo>
                  <a:pt x="14685474" y="7322283"/>
                </a:lnTo>
                <a:cubicBezTo>
                  <a:pt x="14706594" y="7317602"/>
                  <a:pt x="14730074" y="7313709"/>
                  <a:pt x="14755918" y="7310604"/>
                </a:cubicBezTo>
                <a:cubicBezTo>
                  <a:pt x="14781762" y="7307499"/>
                  <a:pt x="14807146" y="7305946"/>
                  <a:pt x="14832070" y="7305946"/>
                </a:cubicBezTo>
                <a:cubicBezTo>
                  <a:pt x="14851612" y="7305946"/>
                  <a:pt x="14871921" y="7306920"/>
                  <a:pt x="14892996" y="7308866"/>
                </a:cubicBezTo>
                <a:cubicBezTo>
                  <a:pt x="14914070" y="7310813"/>
                  <a:pt x="14938659" y="7313743"/>
                  <a:pt x="14966760" y="7317657"/>
                </a:cubicBezTo>
                <a:lnTo>
                  <a:pt x="14979084" y="7223828"/>
                </a:lnTo>
                <a:cubicBezTo>
                  <a:pt x="14960392" y="7216005"/>
                  <a:pt x="14941406" y="7210485"/>
                  <a:pt x="14922128" y="7207265"/>
                </a:cubicBezTo>
                <a:cubicBezTo>
                  <a:pt x="14902849" y="7204046"/>
                  <a:pt x="14881753" y="7202436"/>
                  <a:pt x="14858841" y="7202436"/>
                </a:cubicBezTo>
                <a:cubicBezTo>
                  <a:pt x="14815873" y="7202436"/>
                  <a:pt x="14752340" y="7208740"/>
                  <a:pt x="14668244" y="7221347"/>
                </a:cubicBezTo>
                <a:cubicBezTo>
                  <a:pt x="14584147" y="7233954"/>
                  <a:pt x="14520964" y="7240257"/>
                  <a:pt x="14478696" y="7240257"/>
                </a:cubicBezTo>
                <a:cubicBezTo>
                  <a:pt x="14430388" y="7240257"/>
                  <a:pt x="14394296" y="7232010"/>
                  <a:pt x="14370420" y="7215515"/>
                </a:cubicBezTo>
                <a:cubicBezTo>
                  <a:pt x="14346543" y="7199020"/>
                  <a:pt x="14333853" y="7170932"/>
                  <a:pt x="14332350" y="7131250"/>
                </a:cubicBezTo>
                <a:close/>
                <a:moveTo>
                  <a:pt x="10166344" y="7094945"/>
                </a:moveTo>
                <a:cubicBezTo>
                  <a:pt x="10168298" y="7128547"/>
                  <a:pt x="10163592" y="7154006"/>
                  <a:pt x="10152227" y="7171322"/>
                </a:cubicBezTo>
                <a:cubicBezTo>
                  <a:pt x="10140861" y="7188638"/>
                  <a:pt x="10122745" y="7201498"/>
                  <a:pt x="10097879" y="7209901"/>
                </a:cubicBezTo>
                <a:cubicBezTo>
                  <a:pt x="10084930" y="7214219"/>
                  <a:pt x="10065898" y="7217829"/>
                  <a:pt x="10040786" y="7220729"/>
                </a:cubicBezTo>
                <a:cubicBezTo>
                  <a:pt x="10015673" y="7223629"/>
                  <a:pt x="9985100" y="7225401"/>
                  <a:pt x="9949068" y="7226043"/>
                </a:cubicBezTo>
                <a:lnTo>
                  <a:pt x="9700572" y="7229605"/>
                </a:lnTo>
                <a:lnTo>
                  <a:pt x="9687128" y="7705415"/>
                </a:lnTo>
                <a:lnTo>
                  <a:pt x="9747203" y="7701511"/>
                </a:lnTo>
                <a:lnTo>
                  <a:pt x="9749085" y="7726930"/>
                </a:lnTo>
                <a:lnTo>
                  <a:pt x="9685651" y="7738547"/>
                </a:lnTo>
                <a:lnTo>
                  <a:pt x="9685651" y="7819585"/>
                </a:lnTo>
                <a:lnTo>
                  <a:pt x="9750422" y="7811296"/>
                </a:lnTo>
                <a:lnTo>
                  <a:pt x="9751526" y="7837827"/>
                </a:lnTo>
                <a:lnTo>
                  <a:pt x="9685969" y="7848495"/>
                </a:lnTo>
                <a:lnTo>
                  <a:pt x="9684873" y="7933274"/>
                </a:lnTo>
                <a:lnTo>
                  <a:pt x="9755305" y="7924487"/>
                </a:lnTo>
                <a:lnTo>
                  <a:pt x="9756402" y="7950225"/>
                </a:lnTo>
                <a:lnTo>
                  <a:pt x="9684873" y="7967720"/>
                </a:lnTo>
                <a:lnTo>
                  <a:pt x="9684873" y="8072816"/>
                </a:lnTo>
                <a:lnTo>
                  <a:pt x="9920259" y="8042631"/>
                </a:lnTo>
                <a:lnTo>
                  <a:pt x="9869025" y="7701169"/>
                </a:lnTo>
                <a:lnTo>
                  <a:pt x="10092202" y="7693432"/>
                </a:lnTo>
                <a:lnTo>
                  <a:pt x="10093431" y="7595894"/>
                </a:lnTo>
                <a:lnTo>
                  <a:pt x="9857618" y="7611998"/>
                </a:lnTo>
                <a:lnTo>
                  <a:pt x="9855363" y="7606936"/>
                </a:lnTo>
                <a:lnTo>
                  <a:pt x="10094924" y="7570522"/>
                </a:lnTo>
                <a:lnTo>
                  <a:pt x="10073790" y="7493309"/>
                </a:lnTo>
                <a:lnTo>
                  <a:pt x="9844111" y="7530882"/>
                </a:lnTo>
                <a:lnTo>
                  <a:pt x="9819252" y="7346520"/>
                </a:lnTo>
                <a:cubicBezTo>
                  <a:pt x="9877555" y="7342715"/>
                  <a:pt x="9927465" y="7338436"/>
                  <a:pt x="9968985" y="7333683"/>
                </a:cubicBezTo>
                <a:cubicBezTo>
                  <a:pt x="10010504" y="7328929"/>
                  <a:pt x="10036088" y="7324318"/>
                  <a:pt x="10045735" y="7319849"/>
                </a:cubicBezTo>
                <a:cubicBezTo>
                  <a:pt x="10107111" y="7305765"/>
                  <a:pt x="10151307" y="7284830"/>
                  <a:pt x="10178322" y="7257045"/>
                </a:cubicBezTo>
                <a:cubicBezTo>
                  <a:pt x="10205337" y="7229260"/>
                  <a:pt x="10218845" y="7194526"/>
                  <a:pt x="10218845" y="7152843"/>
                </a:cubicBezTo>
                <a:cubicBezTo>
                  <a:pt x="10218845" y="7146218"/>
                  <a:pt x="10218412" y="7139162"/>
                  <a:pt x="10217546" y="7131674"/>
                </a:cubicBezTo>
                <a:cubicBezTo>
                  <a:pt x="10216681" y="7124186"/>
                  <a:pt x="10214936" y="7114095"/>
                  <a:pt x="10212314" y="7101399"/>
                </a:cubicBezTo>
                <a:close/>
                <a:moveTo>
                  <a:pt x="16715642" y="7092955"/>
                </a:moveTo>
                <a:lnTo>
                  <a:pt x="16671678" y="7120652"/>
                </a:lnTo>
                <a:cubicBezTo>
                  <a:pt x="16697281" y="7155979"/>
                  <a:pt x="16716123" y="7194137"/>
                  <a:pt x="16728204" y="7235125"/>
                </a:cubicBezTo>
                <a:cubicBezTo>
                  <a:pt x="16740285" y="7276114"/>
                  <a:pt x="16746326" y="7322470"/>
                  <a:pt x="16746326" y="7374194"/>
                </a:cubicBezTo>
                <a:cubicBezTo>
                  <a:pt x="16746326" y="7399247"/>
                  <a:pt x="16745520" y="7427201"/>
                  <a:pt x="16743911" y="7458055"/>
                </a:cubicBezTo>
                <a:cubicBezTo>
                  <a:pt x="16742302" y="7488909"/>
                  <a:pt x="16739879" y="7521108"/>
                  <a:pt x="16736644" y="7554652"/>
                </a:cubicBezTo>
                <a:cubicBezTo>
                  <a:pt x="16733337" y="7589814"/>
                  <a:pt x="16730242" y="7622597"/>
                  <a:pt x="16727356" y="7653003"/>
                </a:cubicBezTo>
                <a:cubicBezTo>
                  <a:pt x="16724472" y="7683408"/>
                  <a:pt x="16722378" y="7711661"/>
                  <a:pt x="16721078" y="7737762"/>
                </a:cubicBezTo>
                <a:lnTo>
                  <a:pt x="16250478" y="7158644"/>
                </a:lnTo>
                <a:lnTo>
                  <a:pt x="16208901" y="7841629"/>
                </a:lnTo>
                <a:lnTo>
                  <a:pt x="16116378" y="7846388"/>
                </a:lnTo>
                <a:lnTo>
                  <a:pt x="16055098" y="8024047"/>
                </a:lnTo>
                <a:lnTo>
                  <a:pt x="16271916" y="8022515"/>
                </a:lnTo>
                <a:lnTo>
                  <a:pt x="16293220" y="7557148"/>
                </a:lnTo>
                <a:lnTo>
                  <a:pt x="16827396" y="8100186"/>
                </a:lnTo>
                <a:lnTo>
                  <a:pt x="16853210" y="7589386"/>
                </a:lnTo>
                <a:cubicBezTo>
                  <a:pt x="16853842" y="7578837"/>
                  <a:pt x="16854350" y="7567509"/>
                  <a:pt x="16854734" y="7555402"/>
                </a:cubicBezTo>
                <a:cubicBezTo>
                  <a:pt x="16855118" y="7543296"/>
                  <a:pt x="16855310" y="7533767"/>
                  <a:pt x="16855310" y="7526815"/>
                </a:cubicBezTo>
                <a:cubicBezTo>
                  <a:pt x="16855310" y="7432335"/>
                  <a:pt x="16844152" y="7349201"/>
                  <a:pt x="16821840" y="7277414"/>
                </a:cubicBezTo>
                <a:cubicBezTo>
                  <a:pt x="16799524" y="7205626"/>
                  <a:pt x="16764126" y="7144140"/>
                  <a:pt x="16715642" y="7092955"/>
                </a:cubicBezTo>
                <a:close/>
                <a:moveTo>
                  <a:pt x="12133084" y="6590798"/>
                </a:moveTo>
                <a:cubicBezTo>
                  <a:pt x="12141943" y="6590798"/>
                  <a:pt x="12148274" y="6592753"/>
                  <a:pt x="12152076" y="6596665"/>
                </a:cubicBezTo>
                <a:cubicBezTo>
                  <a:pt x="12155878" y="6600576"/>
                  <a:pt x="12157780" y="6606852"/>
                  <a:pt x="12157780" y="6615493"/>
                </a:cubicBezTo>
                <a:cubicBezTo>
                  <a:pt x="12157780" y="6624404"/>
                  <a:pt x="12155891" y="6630747"/>
                  <a:pt x="12152115" y="6634520"/>
                </a:cubicBezTo>
                <a:cubicBezTo>
                  <a:pt x="12148338" y="6638294"/>
                  <a:pt x="12141995" y="6640181"/>
                  <a:pt x="12133084" y="6640181"/>
                </a:cubicBezTo>
                <a:cubicBezTo>
                  <a:pt x="12124080" y="6640181"/>
                  <a:pt x="12117635" y="6638342"/>
                  <a:pt x="12113750" y="6634664"/>
                </a:cubicBezTo>
                <a:cubicBezTo>
                  <a:pt x="12109864" y="6630987"/>
                  <a:pt x="12107922" y="6624596"/>
                  <a:pt x="12107922" y="6615493"/>
                </a:cubicBezTo>
                <a:cubicBezTo>
                  <a:pt x="12107922" y="6606754"/>
                  <a:pt x="12109906" y="6600453"/>
                  <a:pt x="12113874" y="6596591"/>
                </a:cubicBezTo>
                <a:cubicBezTo>
                  <a:pt x="12117842" y="6592729"/>
                  <a:pt x="12124246" y="6590798"/>
                  <a:pt x="12133084" y="6590798"/>
                </a:cubicBezTo>
                <a:close/>
                <a:moveTo>
                  <a:pt x="12693058" y="6486059"/>
                </a:moveTo>
                <a:lnTo>
                  <a:pt x="12699458" y="6499791"/>
                </a:lnTo>
                <a:cubicBezTo>
                  <a:pt x="12679516" y="6537146"/>
                  <a:pt x="12662458" y="6577678"/>
                  <a:pt x="12648286" y="6621387"/>
                </a:cubicBezTo>
                <a:cubicBezTo>
                  <a:pt x="12634113" y="6665097"/>
                  <a:pt x="12624373" y="6706466"/>
                  <a:pt x="12619065" y="6745495"/>
                </a:cubicBezTo>
                <a:lnTo>
                  <a:pt x="12592713" y="6730900"/>
                </a:lnTo>
                <a:cubicBezTo>
                  <a:pt x="12605362" y="6688616"/>
                  <a:pt x="12620670" y="6646163"/>
                  <a:pt x="12638640" y="6603542"/>
                </a:cubicBezTo>
                <a:cubicBezTo>
                  <a:pt x="12656610" y="6560921"/>
                  <a:pt x="12674749" y="6521760"/>
                  <a:pt x="12693058" y="6486059"/>
                </a:cubicBezTo>
                <a:close/>
                <a:moveTo>
                  <a:pt x="13035398" y="6475904"/>
                </a:moveTo>
                <a:lnTo>
                  <a:pt x="13060327" y="6542075"/>
                </a:lnTo>
                <a:lnTo>
                  <a:pt x="12774361" y="6560753"/>
                </a:lnTo>
                <a:lnTo>
                  <a:pt x="12787308" y="6539128"/>
                </a:lnTo>
                <a:close/>
                <a:moveTo>
                  <a:pt x="12134079" y="6427283"/>
                </a:moveTo>
                <a:cubicBezTo>
                  <a:pt x="12143462" y="6427283"/>
                  <a:pt x="12151548" y="6430805"/>
                  <a:pt x="12158340" y="6437850"/>
                </a:cubicBezTo>
                <a:cubicBezTo>
                  <a:pt x="12165130" y="6444895"/>
                  <a:pt x="12168526" y="6453018"/>
                  <a:pt x="12168526" y="6462219"/>
                </a:cubicBezTo>
                <a:cubicBezTo>
                  <a:pt x="12168526" y="6472244"/>
                  <a:pt x="12165191" y="6480655"/>
                  <a:pt x="12158522" y="6487451"/>
                </a:cubicBezTo>
                <a:cubicBezTo>
                  <a:pt x="12151853" y="6494247"/>
                  <a:pt x="12143706" y="6497645"/>
                  <a:pt x="12134079" y="6497645"/>
                </a:cubicBezTo>
                <a:cubicBezTo>
                  <a:pt x="12124645" y="6497645"/>
                  <a:pt x="12116546" y="6494263"/>
                  <a:pt x="12109784" y="6487498"/>
                </a:cubicBezTo>
                <a:cubicBezTo>
                  <a:pt x="12103022" y="6480733"/>
                  <a:pt x="12099641" y="6472307"/>
                  <a:pt x="12099641" y="6462219"/>
                </a:cubicBezTo>
                <a:cubicBezTo>
                  <a:pt x="12099641" y="6452743"/>
                  <a:pt x="12103031" y="6444551"/>
                  <a:pt x="12109812" y="6437644"/>
                </a:cubicBezTo>
                <a:cubicBezTo>
                  <a:pt x="12116592" y="6430737"/>
                  <a:pt x="12124681" y="6427283"/>
                  <a:pt x="12134079" y="6427283"/>
                </a:cubicBezTo>
                <a:close/>
                <a:moveTo>
                  <a:pt x="13741334" y="6417625"/>
                </a:moveTo>
                <a:cubicBezTo>
                  <a:pt x="13722102" y="6417625"/>
                  <a:pt x="13705389" y="6424534"/>
                  <a:pt x="13691193" y="6438352"/>
                </a:cubicBezTo>
                <a:cubicBezTo>
                  <a:pt x="13676997" y="6452169"/>
                  <a:pt x="13669899" y="6468419"/>
                  <a:pt x="13669899" y="6487101"/>
                </a:cubicBezTo>
                <a:cubicBezTo>
                  <a:pt x="13669899" y="6506468"/>
                  <a:pt x="13676870" y="6523216"/>
                  <a:pt x="13690812" y="6537344"/>
                </a:cubicBezTo>
                <a:cubicBezTo>
                  <a:pt x="13704754" y="6551472"/>
                  <a:pt x="13721595" y="6558536"/>
                  <a:pt x="13741334" y="6558536"/>
                </a:cubicBezTo>
                <a:cubicBezTo>
                  <a:pt x="13760878" y="6558536"/>
                  <a:pt x="13777670" y="6551422"/>
                  <a:pt x="13791714" y="6537192"/>
                </a:cubicBezTo>
                <a:cubicBezTo>
                  <a:pt x="13805756" y="6522963"/>
                  <a:pt x="13812778" y="6506266"/>
                  <a:pt x="13812778" y="6487101"/>
                </a:cubicBezTo>
                <a:cubicBezTo>
                  <a:pt x="13812778" y="6468621"/>
                  <a:pt x="13805628" y="6452422"/>
                  <a:pt x="13791328" y="6438503"/>
                </a:cubicBezTo>
                <a:cubicBezTo>
                  <a:pt x="13777029" y="6424585"/>
                  <a:pt x="13760364" y="6417625"/>
                  <a:pt x="13741334" y="6417625"/>
                </a:cubicBezTo>
                <a:close/>
                <a:moveTo>
                  <a:pt x="12135572" y="6291729"/>
                </a:moveTo>
                <a:cubicBezTo>
                  <a:pt x="12144426" y="6291729"/>
                  <a:pt x="12150754" y="6293685"/>
                  <a:pt x="12154557" y="6297596"/>
                </a:cubicBezTo>
                <a:cubicBezTo>
                  <a:pt x="12158359" y="6301507"/>
                  <a:pt x="12160260" y="6307944"/>
                  <a:pt x="12160260" y="6316907"/>
                </a:cubicBezTo>
                <a:cubicBezTo>
                  <a:pt x="12160260" y="6326139"/>
                  <a:pt x="12158373" y="6332644"/>
                  <a:pt x="12154600" y="6336420"/>
                </a:cubicBezTo>
                <a:cubicBezTo>
                  <a:pt x="12150826" y="6340197"/>
                  <a:pt x="12144483" y="6342085"/>
                  <a:pt x="12135572" y="6342085"/>
                </a:cubicBezTo>
                <a:cubicBezTo>
                  <a:pt x="12126568" y="6342085"/>
                  <a:pt x="12120122" y="6340244"/>
                  <a:pt x="12116234" y="6336564"/>
                </a:cubicBezTo>
                <a:cubicBezTo>
                  <a:pt x="12112346" y="6332884"/>
                  <a:pt x="12110402" y="6326331"/>
                  <a:pt x="12110402" y="6316907"/>
                </a:cubicBezTo>
                <a:cubicBezTo>
                  <a:pt x="12110402" y="6307846"/>
                  <a:pt x="12112388" y="6301384"/>
                  <a:pt x="12116358" y="6297522"/>
                </a:cubicBezTo>
                <a:cubicBezTo>
                  <a:pt x="12120329" y="6293660"/>
                  <a:pt x="12126734" y="6291729"/>
                  <a:pt x="12135572" y="6291729"/>
                </a:cubicBezTo>
                <a:close/>
                <a:moveTo>
                  <a:pt x="10860548" y="6289241"/>
                </a:moveTo>
                <a:cubicBezTo>
                  <a:pt x="10869402" y="6289241"/>
                  <a:pt x="10875730" y="6291197"/>
                  <a:pt x="10879532" y="6295108"/>
                </a:cubicBezTo>
                <a:cubicBezTo>
                  <a:pt x="10883334" y="6299019"/>
                  <a:pt x="10885236" y="6305456"/>
                  <a:pt x="10885236" y="6314419"/>
                </a:cubicBezTo>
                <a:cubicBezTo>
                  <a:pt x="10885236" y="6320810"/>
                  <a:pt x="10882756" y="6326605"/>
                  <a:pt x="10877798" y="6331801"/>
                </a:cubicBezTo>
                <a:cubicBezTo>
                  <a:pt x="10872840" y="6336998"/>
                  <a:pt x="10867090" y="6339596"/>
                  <a:pt x="10860548" y="6339596"/>
                </a:cubicBezTo>
                <a:cubicBezTo>
                  <a:pt x="10853985" y="6339596"/>
                  <a:pt x="10848231" y="6337066"/>
                  <a:pt x="10843286" y="6332003"/>
                </a:cubicBezTo>
                <a:cubicBezTo>
                  <a:pt x="10838340" y="6326942"/>
                  <a:pt x="10835868" y="6321080"/>
                  <a:pt x="10835868" y="6314419"/>
                </a:cubicBezTo>
                <a:cubicBezTo>
                  <a:pt x="10835868" y="6305409"/>
                  <a:pt x="10837812" y="6298961"/>
                  <a:pt x="10841699" y="6295073"/>
                </a:cubicBezTo>
                <a:cubicBezTo>
                  <a:pt x="10845587" y="6291185"/>
                  <a:pt x="10851870" y="6289241"/>
                  <a:pt x="10860548" y="6289241"/>
                </a:cubicBezTo>
                <a:close/>
                <a:moveTo>
                  <a:pt x="9924170" y="6221530"/>
                </a:moveTo>
                <a:cubicBezTo>
                  <a:pt x="9931401" y="6261150"/>
                  <a:pt x="9936787" y="6298024"/>
                  <a:pt x="9940328" y="6332151"/>
                </a:cubicBezTo>
                <a:cubicBezTo>
                  <a:pt x="9943868" y="6366279"/>
                  <a:pt x="9945638" y="6401359"/>
                  <a:pt x="9945638" y="6437391"/>
                </a:cubicBezTo>
                <a:cubicBezTo>
                  <a:pt x="9945638" y="6448775"/>
                  <a:pt x="9945561" y="6459697"/>
                  <a:pt x="9945405" y="6470158"/>
                </a:cubicBezTo>
                <a:cubicBezTo>
                  <a:pt x="9945250" y="6480619"/>
                  <a:pt x="9944840" y="6493293"/>
                  <a:pt x="9944177" y="6508181"/>
                </a:cubicBezTo>
                <a:lnTo>
                  <a:pt x="9986842" y="6525412"/>
                </a:lnTo>
                <a:cubicBezTo>
                  <a:pt x="9991813" y="6497782"/>
                  <a:pt x="9995229" y="6470825"/>
                  <a:pt x="9997090" y="6444541"/>
                </a:cubicBezTo>
                <a:cubicBezTo>
                  <a:pt x="9998951" y="6418257"/>
                  <a:pt x="9999882" y="6391802"/>
                  <a:pt x="9999882" y="6365179"/>
                </a:cubicBezTo>
                <a:cubicBezTo>
                  <a:pt x="9999882" y="6344252"/>
                  <a:pt x="9999282" y="6321935"/>
                  <a:pt x="9998082" y="6298230"/>
                </a:cubicBezTo>
                <a:cubicBezTo>
                  <a:pt x="9996881" y="6274524"/>
                  <a:pt x="9994659" y="6248958"/>
                  <a:pt x="9991414" y="6221530"/>
                </a:cubicBezTo>
                <a:close/>
                <a:moveTo>
                  <a:pt x="10906331" y="6163532"/>
                </a:moveTo>
                <a:cubicBezTo>
                  <a:pt x="10915854" y="6163532"/>
                  <a:pt x="10924057" y="6167037"/>
                  <a:pt x="10930941" y="6174048"/>
                </a:cubicBezTo>
                <a:cubicBezTo>
                  <a:pt x="10937825" y="6181059"/>
                  <a:pt x="10941267" y="6189199"/>
                  <a:pt x="10941267" y="6198468"/>
                </a:cubicBezTo>
                <a:cubicBezTo>
                  <a:pt x="10941267" y="6208172"/>
                  <a:pt x="10937851" y="6216502"/>
                  <a:pt x="10931019" y="6223459"/>
                </a:cubicBezTo>
                <a:cubicBezTo>
                  <a:pt x="10924186" y="6230415"/>
                  <a:pt x="10915957" y="6233894"/>
                  <a:pt x="10906331" y="6233894"/>
                </a:cubicBezTo>
                <a:cubicBezTo>
                  <a:pt x="10896974" y="6233894"/>
                  <a:pt x="10888976" y="6230448"/>
                  <a:pt x="10882335" y="6223556"/>
                </a:cubicBezTo>
                <a:cubicBezTo>
                  <a:pt x="10875695" y="6216664"/>
                  <a:pt x="10872374" y="6208301"/>
                  <a:pt x="10872374" y="6198468"/>
                </a:cubicBezTo>
                <a:cubicBezTo>
                  <a:pt x="10872374" y="6189069"/>
                  <a:pt x="10875721" y="6180897"/>
                  <a:pt x="10882413" y="6173951"/>
                </a:cubicBezTo>
                <a:cubicBezTo>
                  <a:pt x="10889105" y="6167005"/>
                  <a:pt x="10897078" y="6163532"/>
                  <a:pt x="10906331" y="6163532"/>
                </a:cubicBezTo>
                <a:close/>
                <a:moveTo>
                  <a:pt x="11709286" y="6132724"/>
                </a:moveTo>
                <a:lnTo>
                  <a:pt x="11715856" y="6146464"/>
                </a:lnTo>
                <a:cubicBezTo>
                  <a:pt x="11696282" y="6183056"/>
                  <a:pt x="11679346" y="6223187"/>
                  <a:pt x="11665050" y="6266855"/>
                </a:cubicBezTo>
                <a:cubicBezTo>
                  <a:pt x="11650753" y="6310523"/>
                  <a:pt x="11640422" y="6352128"/>
                  <a:pt x="11634056" y="6391670"/>
                </a:cubicBezTo>
                <a:lnTo>
                  <a:pt x="11607867" y="6377106"/>
                </a:lnTo>
                <a:cubicBezTo>
                  <a:pt x="11621900" y="6332438"/>
                  <a:pt x="11637940" y="6288819"/>
                  <a:pt x="11655987" y="6246249"/>
                </a:cubicBezTo>
                <a:cubicBezTo>
                  <a:pt x="11674034" y="6203680"/>
                  <a:pt x="11691801" y="6165838"/>
                  <a:pt x="11709286" y="6132724"/>
                </a:cubicBezTo>
                <a:close/>
                <a:moveTo>
                  <a:pt x="10604386" y="6132724"/>
                </a:moveTo>
                <a:lnTo>
                  <a:pt x="10610956" y="6146464"/>
                </a:lnTo>
                <a:cubicBezTo>
                  <a:pt x="10591382" y="6183056"/>
                  <a:pt x="10574446" y="6223187"/>
                  <a:pt x="10560150" y="6266855"/>
                </a:cubicBezTo>
                <a:cubicBezTo>
                  <a:pt x="10545853" y="6310523"/>
                  <a:pt x="10535521" y="6352128"/>
                  <a:pt x="10529156" y="6391670"/>
                </a:cubicBezTo>
                <a:lnTo>
                  <a:pt x="10502967" y="6377106"/>
                </a:lnTo>
                <a:cubicBezTo>
                  <a:pt x="10517000" y="6332438"/>
                  <a:pt x="10533040" y="6288819"/>
                  <a:pt x="10551087" y="6246249"/>
                </a:cubicBezTo>
                <a:cubicBezTo>
                  <a:pt x="10569134" y="6203680"/>
                  <a:pt x="10586900" y="6165838"/>
                  <a:pt x="10604386" y="6132724"/>
                </a:cubicBezTo>
                <a:close/>
                <a:moveTo>
                  <a:pt x="11005860" y="6100129"/>
                </a:moveTo>
                <a:cubicBezTo>
                  <a:pt x="11014667" y="6100129"/>
                  <a:pt x="11021065" y="6102123"/>
                  <a:pt x="11025054" y="6106112"/>
                </a:cubicBezTo>
                <a:cubicBezTo>
                  <a:pt x="11029043" y="6110101"/>
                  <a:pt x="11031037" y="6116336"/>
                  <a:pt x="11031037" y="6124816"/>
                </a:cubicBezTo>
                <a:cubicBezTo>
                  <a:pt x="11031037" y="6133727"/>
                  <a:pt x="11029069" y="6140151"/>
                  <a:pt x="11025132" y="6144088"/>
                </a:cubicBezTo>
                <a:cubicBezTo>
                  <a:pt x="11021195" y="6148025"/>
                  <a:pt x="11014771" y="6149994"/>
                  <a:pt x="11005860" y="6149994"/>
                </a:cubicBezTo>
                <a:cubicBezTo>
                  <a:pt x="10999453" y="6149994"/>
                  <a:pt x="10993818" y="6147447"/>
                  <a:pt x="10988956" y="6142354"/>
                </a:cubicBezTo>
                <a:cubicBezTo>
                  <a:pt x="10984093" y="6137261"/>
                  <a:pt x="10981662" y="6131415"/>
                  <a:pt x="10981662" y="6124816"/>
                </a:cubicBezTo>
                <a:cubicBezTo>
                  <a:pt x="10981662" y="6116134"/>
                  <a:pt x="10983606" y="6109848"/>
                  <a:pt x="10987494" y="6105960"/>
                </a:cubicBezTo>
                <a:cubicBezTo>
                  <a:pt x="10991381" y="6102072"/>
                  <a:pt x="10997504" y="6100129"/>
                  <a:pt x="11005860" y="6100129"/>
                </a:cubicBezTo>
                <a:close/>
                <a:moveTo>
                  <a:pt x="12929524" y="6086249"/>
                </a:moveTo>
                <a:lnTo>
                  <a:pt x="13012017" y="6396421"/>
                </a:lnTo>
                <a:lnTo>
                  <a:pt x="12814841" y="6443557"/>
                </a:lnTo>
                <a:close/>
                <a:moveTo>
                  <a:pt x="9879156" y="6015584"/>
                </a:moveTo>
                <a:cubicBezTo>
                  <a:pt x="9903847" y="6020389"/>
                  <a:pt x="9930328" y="6026970"/>
                  <a:pt x="9958600" y="6035326"/>
                </a:cubicBezTo>
                <a:cubicBezTo>
                  <a:pt x="9986873" y="6043682"/>
                  <a:pt x="10011154" y="6052731"/>
                  <a:pt x="10031443" y="6062471"/>
                </a:cubicBezTo>
                <a:lnTo>
                  <a:pt x="10047819" y="6206360"/>
                </a:lnTo>
                <a:lnTo>
                  <a:pt x="10119573" y="6213630"/>
                </a:lnTo>
                <a:lnTo>
                  <a:pt x="10121556" y="6239943"/>
                </a:lnTo>
                <a:lnTo>
                  <a:pt x="10054226" y="6242400"/>
                </a:lnTo>
                <a:lnTo>
                  <a:pt x="10061411" y="6325328"/>
                </a:lnTo>
                <a:lnTo>
                  <a:pt x="10130342" y="6327739"/>
                </a:lnTo>
                <a:lnTo>
                  <a:pt x="10130342" y="6357698"/>
                </a:lnTo>
                <a:lnTo>
                  <a:pt x="10059241" y="6362566"/>
                </a:lnTo>
                <a:lnTo>
                  <a:pt x="10058129" y="6445704"/>
                </a:lnTo>
                <a:lnTo>
                  <a:pt x="10127901" y="6448106"/>
                </a:lnTo>
                <a:lnTo>
                  <a:pt x="10122590" y="6478898"/>
                </a:lnTo>
                <a:lnTo>
                  <a:pt x="10056908" y="6482350"/>
                </a:lnTo>
                <a:lnTo>
                  <a:pt x="10051940" y="6670094"/>
                </a:lnTo>
                <a:cubicBezTo>
                  <a:pt x="10026705" y="6684723"/>
                  <a:pt x="9999114" y="6697931"/>
                  <a:pt x="9969168" y="6709719"/>
                </a:cubicBezTo>
                <a:cubicBezTo>
                  <a:pt x="9939221" y="6721507"/>
                  <a:pt x="9912522" y="6730656"/>
                  <a:pt x="9889070" y="6737167"/>
                </a:cubicBezTo>
                <a:close/>
                <a:moveTo>
                  <a:pt x="11594991" y="5994683"/>
                </a:moveTo>
                <a:cubicBezTo>
                  <a:pt x="11575785" y="6110530"/>
                  <a:pt x="11561601" y="6219142"/>
                  <a:pt x="11552438" y="6320519"/>
                </a:cubicBezTo>
                <a:cubicBezTo>
                  <a:pt x="11543276" y="6421896"/>
                  <a:pt x="11538695" y="6518041"/>
                  <a:pt x="11538695" y="6608954"/>
                </a:cubicBezTo>
                <a:cubicBezTo>
                  <a:pt x="11538695" y="6645396"/>
                  <a:pt x="11539449" y="6680759"/>
                  <a:pt x="11540958" y="6715042"/>
                </a:cubicBezTo>
                <a:cubicBezTo>
                  <a:pt x="11542466" y="6749325"/>
                  <a:pt x="11545008" y="6785563"/>
                  <a:pt x="11548585" y="6823757"/>
                </a:cubicBezTo>
                <a:lnTo>
                  <a:pt x="11683711" y="6809559"/>
                </a:lnTo>
                <a:cubicBezTo>
                  <a:pt x="11684764" y="6739422"/>
                  <a:pt x="11688470" y="6671920"/>
                  <a:pt x="11694830" y="6607053"/>
                </a:cubicBezTo>
                <a:cubicBezTo>
                  <a:pt x="11701191" y="6542186"/>
                  <a:pt x="11710167" y="6478398"/>
                  <a:pt x="11721758" y="6415689"/>
                </a:cubicBezTo>
                <a:cubicBezTo>
                  <a:pt x="11728906" y="6377495"/>
                  <a:pt x="11740186" y="6325801"/>
                  <a:pt x="11755598" y="6260607"/>
                </a:cubicBezTo>
                <a:cubicBezTo>
                  <a:pt x="11771009" y="6195413"/>
                  <a:pt x="11789943" y="6118648"/>
                  <a:pt x="11812399" y="6030311"/>
                </a:cubicBezTo>
                <a:close/>
                <a:moveTo>
                  <a:pt x="10490091" y="5994683"/>
                </a:moveTo>
                <a:cubicBezTo>
                  <a:pt x="10470885" y="6110530"/>
                  <a:pt x="10456701" y="6219142"/>
                  <a:pt x="10447538" y="6320519"/>
                </a:cubicBezTo>
                <a:cubicBezTo>
                  <a:pt x="10438376" y="6421896"/>
                  <a:pt x="10433795" y="6518041"/>
                  <a:pt x="10433795" y="6608954"/>
                </a:cubicBezTo>
                <a:cubicBezTo>
                  <a:pt x="10433795" y="6645396"/>
                  <a:pt x="10434549" y="6680759"/>
                  <a:pt x="10436057" y="6715042"/>
                </a:cubicBezTo>
                <a:cubicBezTo>
                  <a:pt x="10437566" y="6749325"/>
                  <a:pt x="10440108" y="6785563"/>
                  <a:pt x="10443685" y="6823757"/>
                </a:cubicBezTo>
                <a:lnTo>
                  <a:pt x="10578811" y="6809559"/>
                </a:lnTo>
                <a:cubicBezTo>
                  <a:pt x="10579864" y="6739422"/>
                  <a:pt x="10583570" y="6671920"/>
                  <a:pt x="10589930" y="6607053"/>
                </a:cubicBezTo>
                <a:cubicBezTo>
                  <a:pt x="10596291" y="6542186"/>
                  <a:pt x="10605267" y="6478398"/>
                  <a:pt x="10616858" y="6415689"/>
                </a:cubicBezTo>
                <a:cubicBezTo>
                  <a:pt x="10624006" y="6377495"/>
                  <a:pt x="10635286" y="6325801"/>
                  <a:pt x="10650698" y="6260607"/>
                </a:cubicBezTo>
                <a:cubicBezTo>
                  <a:pt x="10666109" y="6195413"/>
                  <a:pt x="10685043" y="6118648"/>
                  <a:pt x="10707499" y="6030311"/>
                </a:cubicBezTo>
                <a:close/>
                <a:moveTo>
                  <a:pt x="11104588" y="5979256"/>
                </a:moveTo>
                <a:cubicBezTo>
                  <a:pt x="11051200" y="5979256"/>
                  <a:pt x="11002650" y="5989604"/>
                  <a:pt x="10958937" y="6010300"/>
                </a:cubicBezTo>
                <a:cubicBezTo>
                  <a:pt x="10915225" y="6030996"/>
                  <a:pt x="10876654" y="6061748"/>
                  <a:pt x="10843224" y="6102555"/>
                </a:cubicBezTo>
                <a:cubicBezTo>
                  <a:pt x="10811944" y="6140521"/>
                  <a:pt x="10788807" y="6182846"/>
                  <a:pt x="10773810" y="6229532"/>
                </a:cubicBezTo>
                <a:cubicBezTo>
                  <a:pt x="10758813" y="6276217"/>
                  <a:pt x="10751315" y="6326575"/>
                  <a:pt x="10751315" y="6380605"/>
                </a:cubicBezTo>
                <a:cubicBezTo>
                  <a:pt x="10751315" y="6437161"/>
                  <a:pt x="10759864" y="6490344"/>
                  <a:pt x="10776963" y="6540155"/>
                </a:cubicBezTo>
                <a:cubicBezTo>
                  <a:pt x="10794062" y="6589966"/>
                  <a:pt x="10819681" y="6636744"/>
                  <a:pt x="10853822" y="6680490"/>
                </a:cubicBezTo>
                <a:cubicBezTo>
                  <a:pt x="10890419" y="6727741"/>
                  <a:pt x="10931846" y="6763265"/>
                  <a:pt x="10978100" y="6787064"/>
                </a:cubicBezTo>
                <a:cubicBezTo>
                  <a:pt x="11024356" y="6810863"/>
                  <a:pt x="11074998" y="6822762"/>
                  <a:pt x="11130030" y="6822762"/>
                </a:cubicBezTo>
                <a:cubicBezTo>
                  <a:pt x="11181199" y="6822762"/>
                  <a:pt x="11226370" y="6811284"/>
                  <a:pt x="11265544" y="6788327"/>
                </a:cubicBezTo>
                <a:cubicBezTo>
                  <a:pt x="11304718" y="6765371"/>
                  <a:pt x="11337928" y="6731193"/>
                  <a:pt x="11365174" y="6685793"/>
                </a:cubicBezTo>
                <a:cubicBezTo>
                  <a:pt x="11387216" y="6649061"/>
                  <a:pt x="11404102" y="6607985"/>
                  <a:pt x="11415833" y="6562564"/>
                </a:cubicBezTo>
                <a:cubicBezTo>
                  <a:pt x="11427564" y="6517144"/>
                  <a:pt x="11434311" y="6464521"/>
                  <a:pt x="11436073" y="6404695"/>
                </a:cubicBezTo>
                <a:lnTo>
                  <a:pt x="11081292" y="6327606"/>
                </a:lnTo>
                <a:lnTo>
                  <a:pt x="11075149" y="6424079"/>
                </a:lnTo>
                <a:lnTo>
                  <a:pt x="11253236" y="6455851"/>
                </a:lnTo>
                <a:lnTo>
                  <a:pt x="11044450" y="6472530"/>
                </a:lnTo>
                <a:lnTo>
                  <a:pt x="11059940" y="6562494"/>
                </a:lnTo>
                <a:lnTo>
                  <a:pt x="11281804" y="6542487"/>
                </a:lnTo>
                <a:cubicBezTo>
                  <a:pt x="11280243" y="6563093"/>
                  <a:pt x="11275821" y="6585666"/>
                  <a:pt x="11268538" y="6610206"/>
                </a:cubicBezTo>
                <a:cubicBezTo>
                  <a:pt x="11261255" y="6634746"/>
                  <a:pt x="11251476" y="6657565"/>
                  <a:pt x="11239200" y="6678663"/>
                </a:cubicBezTo>
                <a:cubicBezTo>
                  <a:pt x="11224069" y="6704297"/>
                  <a:pt x="11206950" y="6723359"/>
                  <a:pt x="11187842" y="6735849"/>
                </a:cubicBezTo>
                <a:cubicBezTo>
                  <a:pt x="11168734" y="6748340"/>
                  <a:pt x="11147341" y="6754585"/>
                  <a:pt x="11123662" y="6754585"/>
                </a:cubicBezTo>
                <a:cubicBezTo>
                  <a:pt x="11092610" y="6754585"/>
                  <a:pt x="11065028" y="6748776"/>
                  <a:pt x="11040913" y="6737160"/>
                </a:cubicBezTo>
                <a:cubicBezTo>
                  <a:pt x="11016798" y="6725543"/>
                  <a:pt x="10995783" y="6707977"/>
                  <a:pt x="10977867" y="6684464"/>
                </a:cubicBezTo>
                <a:cubicBezTo>
                  <a:pt x="10961932" y="6663594"/>
                  <a:pt x="10949966" y="6639573"/>
                  <a:pt x="10941967" y="6612403"/>
                </a:cubicBezTo>
                <a:cubicBezTo>
                  <a:pt x="10933968" y="6585232"/>
                  <a:pt x="10929969" y="6555273"/>
                  <a:pt x="10929969" y="6522527"/>
                </a:cubicBezTo>
                <a:cubicBezTo>
                  <a:pt x="10929969" y="6477205"/>
                  <a:pt x="10936404" y="6432994"/>
                  <a:pt x="10949272" y="6389894"/>
                </a:cubicBezTo>
                <a:cubicBezTo>
                  <a:pt x="10962141" y="6346793"/>
                  <a:pt x="10981480" y="6304640"/>
                  <a:pt x="11007290" y="6263434"/>
                </a:cubicBezTo>
                <a:cubicBezTo>
                  <a:pt x="11036486" y="6216676"/>
                  <a:pt x="11068753" y="6181842"/>
                  <a:pt x="11104094" y="6158932"/>
                </a:cubicBezTo>
                <a:cubicBezTo>
                  <a:pt x="11139434" y="6136022"/>
                  <a:pt x="11177661" y="6124568"/>
                  <a:pt x="11218774" y="6124568"/>
                </a:cubicBezTo>
                <a:cubicBezTo>
                  <a:pt x="11238140" y="6124568"/>
                  <a:pt x="11254889" y="6127139"/>
                  <a:pt x="11269020" y="6132281"/>
                </a:cubicBezTo>
                <a:cubicBezTo>
                  <a:pt x="11283151" y="6137423"/>
                  <a:pt x="11296357" y="6146132"/>
                  <a:pt x="11308637" y="6158407"/>
                </a:cubicBezTo>
                <a:lnTo>
                  <a:pt x="11355455" y="6146954"/>
                </a:lnTo>
                <a:cubicBezTo>
                  <a:pt x="11342444" y="6115815"/>
                  <a:pt x="11327446" y="6090898"/>
                  <a:pt x="11310461" y="6072202"/>
                </a:cubicBezTo>
                <a:cubicBezTo>
                  <a:pt x="11293476" y="6053507"/>
                  <a:pt x="11273841" y="6036943"/>
                  <a:pt x="11251556" y="6022512"/>
                </a:cubicBezTo>
                <a:cubicBezTo>
                  <a:pt x="11229292" y="6007971"/>
                  <a:pt x="11205764" y="5997127"/>
                  <a:pt x="11180972" y="5989978"/>
                </a:cubicBezTo>
                <a:cubicBezTo>
                  <a:pt x="11156181" y="5982830"/>
                  <a:pt x="11130719" y="5979256"/>
                  <a:pt x="11104588" y="5979256"/>
                </a:cubicBezTo>
                <a:close/>
                <a:moveTo>
                  <a:pt x="12984390" y="5965322"/>
                </a:moveTo>
                <a:lnTo>
                  <a:pt x="12834809" y="5977661"/>
                </a:lnTo>
                <a:lnTo>
                  <a:pt x="12464173" y="6743800"/>
                </a:lnTo>
                <a:lnTo>
                  <a:pt x="12667274" y="6879494"/>
                </a:lnTo>
                <a:lnTo>
                  <a:pt x="12756694" y="6642117"/>
                </a:lnTo>
                <a:lnTo>
                  <a:pt x="13091764" y="6646993"/>
                </a:lnTo>
                <a:lnTo>
                  <a:pt x="13150992" y="6824753"/>
                </a:lnTo>
                <a:lnTo>
                  <a:pt x="13254432" y="6801915"/>
                </a:lnTo>
                <a:close/>
                <a:moveTo>
                  <a:pt x="13361018" y="5964326"/>
                </a:moveTo>
                <a:lnTo>
                  <a:pt x="13359906" y="6058902"/>
                </a:lnTo>
                <a:lnTo>
                  <a:pt x="13435532" y="6067152"/>
                </a:lnTo>
                <a:lnTo>
                  <a:pt x="13430252" y="6144924"/>
                </a:lnTo>
                <a:lnTo>
                  <a:pt x="13356508" y="6142483"/>
                </a:lnTo>
                <a:lnTo>
                  <a:pt x="13351057" y="6243707"/>
                </a:lnTo>
                <a:lnTo>
                  <a:pt x="13423807" y="6249064"/>
                </a:lnTo>
                <a:lnTo>
                  <a:pt x="13418068" y="6322148"/>
                </a:lnTo>
                <a:lnTo>
                  <a:pt x="13348165" y="6324589"/>
                </a:lnTo>
                <a:lnTo>
                  <a:pt x="13342760" y="6426645"/>
                </a:lnTo>
                <a:lnTo>
                  <a:pt x="13410619" y="6432003"/>
                </a:lnTo>
                <a:lnTo>
                  <a:pt x="13382284" y="6846245"/>
                </a:lnTo>
                <a:cubicBezTo>
                  <a:pt x="13405295" y="6840283"/>
                  <a:pt x="13433864" y="6835781"/>
                  <a:pt x="13467992" y="6832738"/>
                </a:cubicBezTo>
                <a:cubicBezTo>
                  <a:pt x="13502119" y="6829695"/>
                  <a:pt x="13546048" y="6827531"/>
                  <a:pt x="13599778" y="6826246"/>
                </a:cubicBezTo>
                <a:cubicBezTo>
                  <a:pt x="13659869" y="6824934"/>
                  <a:pt x="13710754" y="6822474"/>
                  <a:pt x="13752434" y="6818866"/>
                </a:cubicBezTo>
                <a:cubicBezTo>
                  <a:pt x="13794114" y="6815259"/>
                  <a:pt x="13826561" y="6810837"/>
                  <a:pt x="13849774" y="6805601"/>
                </a:cubicBezTo>
                <a:cubicBezTo>
                  <a:pt x="13891737" y="6796053"/>
                  <a:pt x="13923676" y="6781208"/>
                  <a:pt x="13945590" y="6761066"/>
                </a:cubicBezTo>
                <a:cubicBezTo>
                  <a:pt x="13967505" y="6740924"/>
                  <a:pt x="13978462" y="6715756"/>
                  <a:pt x="13978462" y="6685560"/>
                </a:cubicBezTo>
                <a:cubicBezTo>
                  <a:pt x="13978462" y="6667697"/>
                  <a:pt x="13974956" y="6648028"/>
                  <a:pt x="13967942" y="6626554"/>
                </a:cubicBezTo>
                <a:cubicBezTo>
                  <a:pt x="13960928" y="6605080"/>
                  <a:pt x="13948938" y="6580293"/>
                  <a:pt x="13931972" y="6552192"/>
                </a:cubicBezTo>
                <a:lnTo>
                  <a:pt x="13881235" y="6577688"/>
                </a:lnTo>
                <a:cubicBezTo>
                  <a:pt x="13886632" y="6595619"/>
                  <a:pt x="13890582" y="6609992"/>
                  <a:pt x="13893089" y="6620808"/>
                </a:cubicBezTo>
                <a:cubicBezTo>
                  <a:pt x="13895596" y="6631624"/>
                  <a:pt x="13896848" y="6641360"/>
                  <a:pt x="13896848" y="6650018"/>
                </a:cubicBezTo>
                <a:cubicBezTo>
                  <a:pt x="13896848" y="6675480"/>
                  <a:pt x="13885246" y="6694751"/>
                  <a:pt x="13862040" y="6707830"/>
                </a:cubicBezTo>
                <a:cubicBezTo>
                  <a:pt x="13838835" y="6720908"/>
                  <a:pt x="13802371" y="6727448"/>
                  <a:pt x="13752648" y="6727448"/>
                </a:cubicBezTo>
                <a:cubicBezTo>
                  <a:pt x="13739943" y="6727448"/>
                  <a:pt x="13725096" y="6726918"/>
                  <a:pt x="13708109" y="6725858"/>
                </a:cubicBezTo>
                <a:cubicBezTo>
                  <a:pt x="13691122" y="6724798"/>
                  <a:pt x="13669492" y="6723104"/>
                  <a:pt x="13643221" y="6720776"/>
                </a:cubicBezTo>
                <a:cubicBezTo>
                  <a:pt x="13619479" y="6718822"/>
                  <a:pt x="13598250" y="6717105"/>
                  <a:pt x="13579534" y="6715625"/>
                </a:cubicBezTo>
                <a:cubicBezTo>
                  <a:pt x="13560818" y="6714145"/>
                  <a:pt x="13544656" y="6713747"/>
                  <a:pt x="13531049" y="6714431"/>
                </a:cubicBezTo>
                <a:lnTo>
                  <a:pt x="13522122" y="6715248"/>
                </a:lnTo>
                <a:lnTo>
                  <a:pt x="13660468" y="5985313"/>
                </a:lnTo>
                <a:close/>
                <a:moveTo>
                  <a:pt x="9738650" y="5939444"/>
                </a:moveTo>
                <a:lnTo>
                  <a:pt x="9684873" y="6843663"/>
                </a:lnTo>
                <a:cubicBezTo>
                  <a:pt x="9771510" y="6834830"/>
                  <a:pt x="9848209" y="6819515"/>
                  <a:pt x="9914971" y="6797717"/>
                </a:cubicBezTo>
                <a:cubicBezTo>
                  <a:pt x="9981733" y="6775919"/>
                  <a:pt x="10041927" y="6748027"/>
                  <a:pt x="10095554" y="6714043"/>
                </a:cubicBezTo>
                <a:cubicBezTo>
                  <a:pt x="10164384" y="6670519"/>
                  <a:pt x="10215908" y="6619732"/>
                  <a:pt x="10250127" y="6561682"/>
                </a:cubicBezTo>
                <a:cubicBezTo>
                  <a:pt x="10284345" y="6503631"/>
                  <a:pt x="10301454" y="6438462"/>
                  <a:pt x="10301454" y="6366174"/>
                </a:cubicBezTo>
                <a:cubicBezTo>
                  <a:pt x="10301454" y="6287997"/>
                  <a:pt x="10287227" y="6220616"/>
                  <a:pt x="10258773" y="6164029"/>
                </a:cubicBezTo>
                <a:cubicBezTo>
                  <a:pt x="10230319" y="6107443"/>
                  <a:pt x="10187351" y="6062168"/>
                  <a:pt x="10129868" y="6028203"/>
                </a:cubicBezTo>
                <a:cubicBezTo>
                  <a:pt x="10089434" y="6004332"/>
                  <a:pt x="10037401" y="5984995"/>
                  <a:pt x="9973767" y="5970193"/>
                </a:cubicBezTo>
                <a:cubicBezTo>
                  <a:pt x="9910133" y="5955391"/>
                  <a:pt x="9831761" y="5945141"/>
                  <a:pt x="9738650" y="5939444"/>
                </a:cubicBezTo>
                <a:close/>
                <a:moveTo>
                  <a:pt x="11855850" y="5912050"/>
                </a:moveTo>
                <a:lnTo>
                  <a:pt x="11803395" y="5926186"/>
                </a:lnTo>
                <a:lnTo>
                  <a:pt x="11803395" y="5945431"/>
                </a:lnTo>
                <a:cubicBezTo>
                  <a:pt x="11803395" y="5979535"/>
                  <a:pt x="11809770" y="6008285"/>
                  <a:pt x="11822519" y="6031679"/>
                </a:cubicBezTo>
                <a:cubicBezTo>
                  <a:pt x="11835269" y="6055074"/>
                  <a:pt x="11854808" y="6073437"/>
                  <a:pt x="11881136" y="6086770"/>
                </a:cubicBezTo>
                <a:cubicBezTo>
                  <a:pt x="11899668" y="6096039"/>
                  <a:pt x="11922654" y="6102661"/>
                  <a:pt x="11950095" y="6106637"/>
                </a:cubicBezTo>
                <a:cubicBezTo>
                  <a:pt x="11977535" y="6110613"/>
                  <a:pt x="12009515" y="6112277"/>
                  <a:pt x="12046035" y="6111629"/>
                </a:cubicBezTo>
                <a:lnTo>
                  <a:pt x="12069137" y="6111139"/>
                </a:lnTo>
                <a:lnTo>
                  <a:pt x="12014489" y="6797157"/>
                </a:lnTo>
                <a:lnTo>
                  <a:pt x="12255326" y="6827241"/>
                </a:lnTo>
                <a:lnTo>
                  <a:pt x="12208975" y="6103083"/>
                </a:lnTo>
                <a:cubicBezTo>
                  <a:pt x="12230094" y="6098402"/>
                  <a:pt x="12253574" y="6094509"/>
                  <a:pt x="12279419" y="6091404"/>
                </a:cubicBezTo>
                <a:cubicBezTo>
                  <a:pt x="12305262" y="6088299"/>
                  <a:pt x="12330646" y="6086747"/>
                  <a:pt x="12355570" y="6086747"/>
                </a:cubicBezTo>
                <a:cubicBezTo>
                  <a:pt x="12375112" y="6086747"/>
                  <a:pt x="12395422" y="6087720"/>
                  <a:pt x="12416496" y="6089666"/>
                </a:cubicBezTo>
                <a:cubicBezTo>
                  <a:pt x="12437571" y="6091613"/>
                  <a:pt x="12462159" y="6094543"/>
                  <a:pt x="12490260" y="6098457"/>
                </a:cubicBezTo>
                <a:lnTo>
                  <a:pt x="12502585" y="6004628"/>
                </a:lnTo>
                <a:cubicBezTo>
                  <a:pt x="12483892" y="5996805"/>
                  <a:pt x="12464906" y="5991284"/>
                  <a:pt x="12445628" y="5988065"/>
                </a:cubicBezTo>
                <a:cubicBezTo>
                  <a:pt x="12426349" y="5984846"/>
                  <a:pt x="12405254" y="5983237"/>
                  <a:pt x="12382342" y="5983237"/>
                </a:cubicBezTo>
                <a:cubicBezTo>
                  <a:pt x="12339373" y="5983237"/>
                  <a:pt x="12275840" y="5989540"/>
                  <a:pt x="12191744" y="6002147"/>
                </a:cubicBezTo>
                <a:cubicBezTo>
                  <a:pt x="12107647" y="6014754"/>
                  <a:pt x="12044464" y="6021058"/>
                  <a:pt x="12002196" y="6021058"/>
                </a:cubicBezTo>
                <a:cubicBezTo>
                  <a:pt x="11953888" y="6021058"/>
                  <a:pt x="11917796" y="6012810"/>
                  <a:pt x="11893920" y="5996315"/>
                </a:cubicBezTo>
                <a:cubicBezTo>
                  <a:pt x="11870043" y="5979820"/>
                  <a:pt x="11857353" y="5951732"/>
                  <a:pt x="11855850" y="5912050"/>
                </a:cubicBezTo>
                <a:close/>
                <a:moveTo>
                  <a:pt x="11590159" y="5371598"/>
                </a:moveTo>
                <a:cubicBezTo>
                  <a:pt x="11599018" y="5371598"/>
                  <a:pt x="11605349" y="5373553"/>
                  <a:pt x="11609151" y="5377465"/>
                </a:cubicBezTo>
                <a:cubicBezTo>
                  <a:pt x="11612954" y="5381376"/>
                  <a:pt x="11614855" y="5387652"/>
                  <a:pt x="11614855" y="5396293"/>
                </a:cubicBezTo>
                <a:cubicBezTo>
                  <a:pt x="11614855" y="5405204"/>
                  <a:pt x="11612966" y="5411547"/>
                  <a:pt x="11609190" y="5415321"/>
                </a:cubicBezTo>
                <a:cubicBezTo>
                  <a:pt x="11605414" y="5419094"/>
                  <a:pt x="11599070" y="5420981"/>
                  <a:pt x="11590159" y="5420981"/>
                </a:cubicBezTo>
                <a:cubicBezTo>
                  <a:pt x="11581155" y="5420981"/>
                  <a:pt x="11574710" y="5419142"/>
                  <a:pt x="11570825" y="5415464"/>
                </a:cubicBezTo>
                <a:cubicBezTo>
                  <a:pt x="11566940" y="5411787"/>
                  <a:pt x="11564997" y="5405396"/>
                  <a:pt x="11564997" y="5396293"/>
                </a:cubicBezTo>
                <a:cubicBezTo>
                  <a:pt x="11564997" y="5387554"/>
                  <a:pt x="11566981" y="5381253"/>
                  <a:pt x="11570949" y="5377391"/>
                </a:cubicBezTo>
                <a:cubicBezTo>
                  <a:pt x="11574917" y="5373529"/>
                  <a:pt x="11581321" y="5371598"/>
                  <a:pt x="11590159" y="5371598"/>
                </a:cubicBezTo>
                <a:close/>
                <a:moveTo>
                  <a:pt x="11591154" y="5208083"/>
                </a:moveTo>
                <a:cubicBezTo>
                  <a:pt x="11600537" y="5208083"/>
                  <a:pt x="11608624" y="5211605"/>
                  <a:pt x="11615414" y="5218650"/>
                </a:cubicBezTo>
                <a:cubicBezTo>
                  <a:pt x="11622206" y="5225695"/>
                  <a:pt x="11625601" y="5233818"/>
                  <a:pt x="11625601" y="5243019"/>
                </a:cubicBezTo>
                <a:cubicBezTo>
                  <a:pt x="11625601" y="5253045"/>
                  <a:pt x="11622266" y="5261455"/>
                  <a:pt x="11615597" y="5268251"/>
                </a:cubicBezTo>
                <a:cubicBezTo>
                  <a:pt x="11608928" y="5275047"/>
                  <a:pt x="11600781" y="5278445"/>
                  <a:pt x="11591154" y="5278445"/>
                </a:cubicBezTo>
                <a:cubicBezTo>
                  <a:pt x="11581720" y="5278445"/>
                  <a:pt x="11573622" y="5275063"/>
                  <a:pt x="11566859" y="5268298"/>
                </a:cubicBezTo>
                <a:cubicBezTo>
                  <a:pt x="11560097" y="5261533"/>
                  <a:pt x="11556716" y="5253107"/>
                  <a:pt x="11556716" y="5243019"/>
                </a:cubicBezTo>
                <a:cubicBezTo>
                  <a:pt x="11556716" y="5233543"/>
                  <a:pt x="11560106" y="5225351"/>
                  <a:pt x="11566886" y="5218444"/>
                </a:cubicBezTo>
                <a:cubicBezTo>
                  <a:pt x="11573667" y="5211537"/>
                  <a:pt x="11581756" y="5208083"/>
                  <a:pt x="11591154" y="5208083"/>
                </a:cubicBezTo>
                <a:close/>
                <a:moveTo>
                  <a:pt x="13605748" y="5150107"/>
                </a:moveTo>
                <a:cubicBezTo>
                  <a:pt x="13592213" y="5150107"/>
                  <a:pt x="13581804" y="5153749"/>
                  <a:pt x="13574520" y="5161032"/>
                </a:cubicBezTo>
                <a:cubicBezTo>
                  <a:pt x="13567237" y="5168315"/>
                  <a:pt x="13563596" y="5178725"/>
                  <a:pt x="13563596" y="5192259"/>
                </a:cubicBezTo>
                <a:cubicBezTo>
                  <a:pt x="13563596" y="5205737"/>
                  <a:pt x="13567223" y="5216214"/>
                  <a:pt x="13574478" y="5223689"/>
                </a:cubicBezTo>
                <a:cubicBezTo>
                  <a:pt x="13581732" y="5231164"/>
                  <a:pt x="13592156" y="5234901"/>
                  <a:pt x="13605748" y="5234901"/>
                </a:cubicBezTo>
                <a:cubicBezTo>
                  <a:pt x="13619516" y="5234901"/>
                  <a:pt x="13630148" y="5231153"/>
                  <a:pt x="13637644" y="5223658"/>
                </a:cubicBezTo>
                <a:cubicBezTo>
                  <a:pt x="13645139" y="5216162"/>
                  <a:pt x="13648887" y="5205696"/>
                  <a:pt x="13648887" y="5192259"/>
                </a:cubicBezTo>
                <a:cubicBezTo>
                  <a:pt x="13648887" y="5178973"/>
                  <a:pt x="13645070" y="5168626"/>
                  <a:pt x="13637438" y="5161219"/>
                </a:cubicBezTo>
                <a:cubicBezTo>
                  <a:pt x="13629804" y="5153811"/>
                  <a:pt x="13619241" y="5150107"/>
                  <a:pt x="13605748" y="5150107"/>
                </a:cubicBezTo>
                <a:close/>
                <a:moveTo>
                  <a:pt x="9873208" y="5104923"/>
                </a:moveTo>
                <a:lnTo>
                  <a:pt x="10103119" y="5121749"/>
                </a:lnTo>
                <a:lnTo>
                  <a:pt x="10104900" y="5135489"/>
                </a:lnTo>
                <a:lnTo>
                  <a:pt x="9875144" y="5162152"/>
                </a:lnTo>
                <a:close/>
                <a:moveTo>
                  <a:pt x="11592647" y="5072529"/>
                </a:moveTo>
                <a:cubicBezTo>
                  <a:pt x="11601501" y="5072529"/>
                  <a:pt x="11607829" y="5074485"/>
                  <a:pt x="11611632" y="5078396"/>
                </a:cubicBezTo>
                <a:cubicBezTo>
                  <a:pt x="11615434" y="5082307"/>
                  <a:pt x="11617335" y="5088744"/>
                  <a:pt x="11617335" y="5097707"/>
                </a:cubicBezTo>
                <a:cubicBezTo>
                  <a:pt x="11617335" y="5106939"/>
                  <a:pt x="11615448" y="5113444"/>
                  <a:pt x="11611674" y="5117220"/>
                </a:cubicBezTo>
                <a:cubicBezTo>
                  <a:pt x="11607901" y="5120997"/>
                  <a:pt x="11601558" y="5122885"/>
                  <a:pt x="11592647" y="5122885"/>
                </a:cubicBezTo>
                <a:cubicBezTo>
                  <a:pt x="11583643" y="5122885"/>
                  <a:pt x="11577197" y="5121044"/>
                  <a:pt x="11573309" y="5117364"/>
                </a:cubicBezTo>
                <a:cubicBezTo>
                  <a:pt x="11569421" y="5113684"/>
                  <a:pt x="11567477" y="5107131"/>
                  <a:pt x="11567477" y="5097707"/>
                </a:cubicBezTo>
                <a:cubicBezTo>
                  <a:pt x="11567477" y="5088646"/>
                  <a:pt x="11569463" y="5082184"/>
                  <a:pt x="11573434" y="5078322"/>
                </a:cubicBezTo>
                <a:cubicBezTo>
                  <a:pt x="11577404" y="5074460"/>
                  <a:pt x="11583809" y="5072529"/>
                  <a:pt x="11592647" y="5072529"/>
                </a:cubicBezTo>
                <a:close/>
                <a:moveTo>
                  <a:pt x="13545533" y="5050081"/>
                </a:moveTo>
                <a:cubicBezTo>
                  <a:pt x="13532324" y="5050081"/>
                  <a:pt x="13521996" y="5053804"/>
                  <a:pt x="13514547" y="5061251"/>
                </a:cubicBezTo>
                <a:cubicBezTo>
                  <a:pt x="13507098" y="5068697"/>
                  <a:pt x="13503373" y="5079025"/>
                  <a:pt x="13503373" y="5092233"/>
                </a:cubicBezTo>
                <a:cubicBezTo>
                  <a:pt x="13503373" y="5106198"/>
                  <a:pt x="13507072" y="5116878"/>
                  <a:pt x="13514469" y="5124273"/>
                </a:cubicBezTo>
                <a:cubicBezTo>
                  <a:pt x="13521866" y="5131667"/>
                  <a:pt x="13532221" y="5135365"/>
                  <a:pt x="13545533" y="5135365"/>
                </a:cubicBezTo>
                <a:cubicBezTo>
                  <a:pt x="13559576" y="5135365"/>
                  <a:pt x="13570276" y="5131575"/>
                  <a:pt x="13577635" y="5123997"/>
                </a:cubicBezTo>
                <a:cubicBezTo>
                  <a:pt x="13584993" y="5116418"/>
                  <a:pt x="13588672" y="5105830"/>
                  <a:pt x="13588672" y="5092233"/>
                </a:cubicBezTo>
                <a:cubicBezTo>
                  <a:pt x="13588672" y="5079393"/>
                  <a:pt x="13584968" y="5069157"/>
                  <a:pt x="13577561" y="5061527"/>
                </a:cubicBezTo>
                <a:cubicBezTo>
                  <a:pt x="13570153" y="5053896"/>
                  <a:pt x="13559477" y="5050081"/>
                  <a:pt x="13545533" y="5050081"/>
                </a:cubicBezTo>
                <a:close/>
                <a:moveTo>
                  <a:pt x="14707829" y="4967666"/>
                </a:moveTo>
                <a:cubicBezTo>
                  <a:pt x="14727284" y="4967444"/>
                  <a:pt x="14747854" y="4971055"/>
                  <a:pt x="14769540" y="4978502"/>
                </a:cubicBezTo>
                <a:cubicBezTo>
                  <a:pt x="14791226" y="4985948"/>
                  <a:pt x="14809882" y="4995563"/>
                  <a:pt x="14825506" y="5007346"/>
                </a:cubicBezTo>
                <a:lnTo>
                  <a:pt x="14768417" y="5102302"/>
                </a:lnTo>
                <a:lnTo>
                  <a:pt x="14808244" y="5132845"/>
                </a:lnTo>
                <a:lnTo>
                  <a:pt x="14871048" y="5055221"/>
                </a:lnTo>
                <a:cubicBezTo>
                  <a:pt x="14876886" y="5067911"/>
                  <a:pt x="14883593" y="5083340"/>
                  <a:pt x="14891172" y="5101509"/>
                </a:cubicBezTo>
                <a:cubicBezTo>
                  <a:pt x="14898750" y="5119679"/>
                  <a:pt x="14904512" y="5135634"/>
                  <a:pt x="14908458" y="5149377"/>
                </a:cubicBezTo>
                <a:lnTo>
                  <a:pt x="14830390" y="5161631"/>
                </a:lnTo>
                <a:lnTo>
                  <a:pt x="14841205" y="5218292"/>
                </a:lnTo>
                <a:lnTo>
                  <a:pt x="14915953" y="5212430"/>
                </a:lnTo>
                <a:cubicBezTo>
                  <a:pt x="14915834" y="5211196"/>
                  <a:pt x="14915774" y="5212647"/>
                  <a:pt x="14915774" y="5216784"/>
                </a:cubicBezTo>
                <a:cubicBezTo>
                  <a:pt x="14915774" y="5220921"/>
                  <a:pt x="14915774" y="5225104"/>
                  <a:pt x="14915774" y="5229334"/>
                </a:cubicBezTo>
                <a:cubicBezTo>
                  <a:pt x="14915774" y="5245984"/>
                  <a:pt x="14914580" y="5261952"/>
                  <a:pt x="14912193" y="5277236"/>
                </a:cubicBezTo>
                <a:cubicBezTo>
                  <a:pt x="14909806" y="5292520"/>
                  <a:pt x="14907646" y="5304483"/>
                  <a:pt x="14905712" y="5313125"/>
                </a:cubicBezTo>
                <a:lnTo>
                  <a:pt x="14833865" y="5268694"/>
                </a:lnTo>
                <a:lnTo>
                  <a:pt x="14804038" y="5300668"/>
                </a:lnTo>
                <a:lnTo>
                  <a:pt x="14885036" y="5373270"/>
                </a:lnTo>
                <a:cubicBezTo>
                  <a:pt x="14879356" y="5383642"/>
                  <a:pt x="14872174" y="5395498"/>
                  <a:pt x="14863494" y="5408836"/>
                </a:cubicBezTo>
                <a:cubicBezTo>
                  <a:pt x="14854814" y="5422174"/>
                  <a:pt x="14847690" y="5434210"/>
                  <a:pt x="14842122" y="5444946"/>
                </a:cubicBezTo>
                <a:lnTo>
                  <a:pt x="14786378" y="5348271"/>
                </a:lnTo>
                <a:lnTo>
                  <a:pt x="14739632" y="5373962"/>
                </a:lnTo>
                <a:lnTo>
                  <a:pt x="14795741" y="5483684"/>
                </a:lnTo>
                <a:cubicBezTo>
                  <a:pt x="14780396" y="5493435"/>
                  <a:pt x="14763466" y="5501296"/>
                  <a:pt x="14744950" y="5507268"/>
                </a:cubicBezTo>
                <a:cubicBezTo>
                  <a:pt x="14735692" y="5510254"/>
                  <a:pt x="14726296" y="5512493"/>
                  <a:pt x="14716762" y="5513986"/>
                </a:cubicBezTo>
                <a:lnTo>
                  <a:pt x="14692910" y="5515827"/>
                </a:lnTo>
                <a:lnTo>
                  <a:pt x="14695310" y="5419030"/>
                </a:lnTo>
                <a:lnTo>
                  <a:pt x="14641472" y="5412692"/>
                </a:lnTo>
                <a:lnTo>
                  <a:pt x="14630468" y="5508901"/>
                </a:lnTo>
                <a:cubicBezTo>
                  <a:pt x="14619329" y="5503318"/>
                  <a:pt x="14605873" y="5495007"/>
                  <a:pt x="14590101" y="5483968"/>
                </a:cubicBezTo>
                <a:cubicBezTo>
                  <a:pt x="14574330" y="5472929"/>
                  <a:pt x="14560454" y="5460998"/>
                  <a:pt x="14548474" y="5448173"/>
                </a:cubicBezTo>
                <a:lnTo>
                  <a:pt x="14616783" y="5374747"/>
                </a:lnTo>
                <a:lnTo>
                  <a:pt x="14579227" y="5340410"/>
                </a:lnTo>
                <a:lnTo>
                  <a:pt x="14515490" y="5400477"/>
                </a:lnTo>
                <a:cubicBezTo>
                  <a:pt x="14511492" y="5388238"/>
                  <a:pt x="14506927" y="5374331"/>
                  <a:pt x="14501792" y="5358756"/>
                </a:cubicBezTo>
                <a:cubicBezTo>
                  <a:pt x="14496658" y="5343182"/>
                  <a:pt x="14493025" y="5331328"/>
                  <a:pt x="14490895" y="5323194"/>
                </a:cubicBezTo>
                <a:lnTo>
                  <a:pt x="14573356" y="5328085"/>
                </a:lnTo>
                <a:lnTo>
                  <a:pt x="14573356" y="5266012"/>
                </a:lnTo>
                <a:lnTo>
                  <a:pt x="14486587" y="5260133"/>
                </a:lnTo>
                <a:lnTo>
                  <a:pt x="14486338" y="5250577"/>
                </a:lnTo>
                <a:cubicBezTo>
                  <a:pt x="14485716" y="5230661"/>
                  <a:pt x="14487788" y="5209585"/>
                  <a:pt x="14492552" y="5187349"/>
                </a:cubicBezTo>
                <a:cubicBezTo>
                  <a:pt x="14497315" y="5165113"/>
                  <a:pt x="14502722" y="5144164"/>
                  <a:pt x="14508771" y="5124502"/>
                </a:cubicBezTo>
                <a:lnTo>
                  <a:pt x="14580478" y="5202111"/>
                </a:lnTo>
                <a:lnTo>
                  <a:pt x="14619217" y="5158404"/>
                </a:lnTo>
                <a:lnTo>
                  <a:pt x="14539688" y="5069372"/>
                </a:lnTo>
                <a:cubicBezTo>
                  <a:pt x="14554710" y="5049109"/>
                  <a:pt x="14571834" y="5030835"/>
                  <a:pt x="14591058" y="5014550"/>
                </a:cubicBezTo>
                <a:cubicBezTo>
                  <a:pt x="14610282" y="4998265"/>
                  <a:pt x="14628294" y="4986105"/>
                  <a:pt x="14645094" y="4978070"/>
                </a:cubicBezTo>
                <a:lnTo>
                  <a:pt x="14686414" y="5097171"/>
                </a:lnTo>
                <a:lnTo>
                  <a:pt x="14737594" y="5081363"/>
                </a:lnTo>
                <a:close/>
                <a:moveTo>
                  <a:pt x="12326579" y="4967666"/>
                </a:moveTo>
                <a:cubicBezTo>
                  <a:pt x="12346034" y="4967444"/>
                  <a:pt x="12366604" y="4971055"/>
                  <a:pt x="12388291" y="4978502"/>
                </a:cubicBezTo>
                <a:cubicBezTo>
                  <a:pt x="12409977" y="4985948"/>
                  <a:pt x="12428632" y="4995563"/>
                  <a:pt x="12444256" y="5007346"/>
                </a:cubicBezTo>
                <a:lnTo>
                  <a:pt x="12387167" y="5102302"/>
                </a:lnTo>
                <a:lnTo>
                  <a:pt x="12426994" y="5132845"/>
                </a:lnTo>
                <a:lnTo>
                  <a:pt x="12489798" y="5055221"/>
                </a:lnTo>
                <a:cubicBezTo>
                  <a:pt x="12495636" y="5067911"/>
                  <a:pt x="12502344" y="5083340"/>
                  <a:pt x="12509922" y="5101509"/>
                </a:cubicBezTo>
                <a:cubicBezTo>
                  <a:pt x="12517500" y="5119679"/>
                  <a:pt x="12523262" y="5135634"/>
                  <a:pt x="12527208" y="5149377"/>
                </a:cubicBezTo>
                <a:lnTo>
                  <a:pt x="12449140" y="5161631"/>
                </a:lnTo>
                <a:lnTo>
                  <a:pt x="12459956" y="5218292"/>
                </a:lnTo>
                <a:lnTo>
                  <a:pt x="12534703" y="5212430"/>
                </a:lnTo>
                <a:cubicBezTo>
                  <a:pt x="12534584" y="5211196"/>
                  <a:pt x="12534524" y="5212647"/>
                  <a:pt x="12534524" y="5216784"/>
                </a:cubicBezTo>
                <a:cubicBezTo>
                  <a:pt x="12534524" y="5220921"/>
                  <a:pt x="12534524" y="5225104"/>
                  <a:pt x="12534524" y="5229334"/>
                </a:cubicBezTo>
                <a:cubicBezTo>
                  <a:pt x="12534524" y="5245984"/>
                  <a:pt x="12533331" y="5261952"/>
                  <a:pt x="12530944" y="5277236"/>
                </a:cubicBezTo>
                <a:cubicBezTo>
                  <a:pt x="12528557" y="5292520"/>
                  <a:pt x="12526396" y="5304483"/>
                  <a:pt x="12524463" y="5313125"/>
                </a:cubicBezTo>
                <a:lnTo>
                  <a:pt x="12452615" y="5268694"/>
                </a:lnTo>
                <a:lnTo>
                  <a:pt x="12422788" y="5300668"/>
                </a:lnTo>
                <a:lnTo>
                  <a:pt x="12503787" y="5373270"/>
                </a:lnTo>
                <a:cubicBezTo>
                  <a:pt x="12498106" y="5383642"/>
                  <a:pt x="12490925" y="5395498"/>
                  <a:pt x="12482245" y="5408836"/>
                </a:cubicBezTo>
                <a:cubicBezTo>
                  <a:pt x="12473564" y="5422174"/>
                  <a:pt x="12466440" y="5434210"/>
                  <a:pt x="12460873" y="5444946"/>
                </a:cubicBezTo>
                <a:lnTo>
                  <a:pt x="12405129" y="5348271"/>
                </a:lnTo>
                <a:lnTo>
                  <a:pt x="12358382" y="5373962"/>
                </a:lnTo>
                <a:lnTo>
                  <a:pt x="12414491" y="5483684"/>
                </a:lnTo>
                <a:cubicBezTo>
                  <a:pt x="12399147" y="5493435"/>
                  <a:pt x="12382217" y="5501296"/>
                  <a:pt x="12363700" y="5507268"/>
                </a:cubicBezTo>
                <a:cubicBezTo>
                  <a:pt x="12354442" y="5510254"/>
                  <a:pt x="12345046" y="5512493"/>
                  <a:pt x="12335512" y="5513986"/>
                </a:cubicBezTo>
                <a:lnTo>
                  <a:pt x="12311660" y="5515827"/>
                </a:lnTo>
                <a:lnTo>
                  <a:pt x="12314060" y="5419030"/>
                </a:lnTo>
                <a:lnTo>
                  <a:pt x="12260222" y="5412692"/>
                </a:lnTo>
                <a:lnTo>
                  <a:pt x="12249219" y="5508901"/>
                </a:lnTo>
                <a:cubicBezTo>
                  <a:pt x="12238079" y="5503318"/>
                  <a:pt x="12224623" y="5495007"/>
                  <a:pt x="12208852" y="5483968"/>
                </a:cubicBezTo>
                <a:cubicBezTo>
                  <a:pt x="12193080" y="5472929"/>
                  <a:pt x="12179204" y="5460998"/>
                  <a:pt x="12167224" y="5448173"/>
                </a:cubicBezTo>
                <a:lnTo>
                  <a:pt x="12235534" y="5374747"/>
                </a:lnTo>
                <a:lnTo>
                  <a:pt x="12197977" y="5340410"/>
                </a:lnTo>
                <a:lnTo>
                  <a:pt x="12134240" y="5400477"/>
                </a:lnTo>
                <a:cubicBezTo>
                  <a:pt x="12130243" y="5388238"/>
                  <a:pt x="12125678" y="5374331"/>
                  <a:pt x="12120543" y="5358756"/>
                </a:cubicBezTo>
                <a:cubicBezTo>
                  <a:pt x="12115408" y="5343182"/>
                  <a:pt x="12111776" y="5331328"/>
                  <a:pt x="12109645" y="5323194"/>
                </a:cubicBezTo>
                <a:lnTo>
                  <a:pt x="12192106" y="5328085"/>
                </a:lnTo>
                <a:lnTo>
                  <a:pt x="12192106" y="5266012"/>
                </a:lnTo>
                <a:lnTo>
                  <a:pt x="12105338" y="5260133"/>
                </a:lnTo>
                <a:lnTo>
                  <a:pt x="12105088" y="5250577"/>
                </a:lnTo>
                <a:cubicBezTo>
                  <a:pt x="12104466" y="5230661"/>
                  <a:pt x="12106538" y="5209585"/>
                  <a:pt x="12111302" y="5187349"/>
                </a:cubicBezTo>
                <a:cubicBezTo>
                  <a:pt x="12116065" y="5165113"/>
                  <a:pt x="12121472" y="5144164"/>
                  <a:pt x="12127522" y="5124502"/>
                </a:cubicBezTo>
                <a:lnTo>
                  <a:pt x="12199229" y="5202111"/>
                </a:lnTo>
                <a:lnTo>
                  <a:pt x="12237968" y="5158404"/>
                </a:lnTo>
                <a:lnTo>
                  <a:pt x="12158438" y="5069372"/>
                </a:lnTo>
                <a:cubicBezTo>
                  <a:pt x="12173460" y="5049109"/>
                  <a:pt x="12190584" y="5030835"/>
                  <a:pt x="12209808" y="5014550"/>
                </a:cubicBezTo>
                <a:cubicBezTo>
                  <a:pt x="12229032" y="4998265"/>
                  <a:pt x="12247044" y="4986105"/>
                  <a:pt x="12263845" y="4978070"/>
                </a:cubicBezTo>
                <a:lnTo>
                  <a:pt x="12305165" y="5097171"/>
                </a:lnTo>
                <a:lnTo>
                  <a:pt x="12356344" y="5081363"/>
                </a:lnTo>
                <a:close/>
                <a:moveTo>
                  <a:pt x="13488304" y="4949075"/>
                </a:moveTo>
                <a:cubicBezTo>
                  <a:pt x="13475095" y="4949075"/>
                  <a:pt x="13464768" y="4952798"/>
                  <a:pt x="13457322" y="4960245"/>
                </a:cubicBezTo>
                <a:cubicBezTo>
                  <a:pt x="13449875" y="4967691"/>
                  <a:pt x="13446152" y="4978345"/>
                  <a:pt x="13446152" y="4992207"/>
                </a:cubicBezTo>
                <a:cubicBezTo>
                  <a:pt x="13446152" y="5005793"/>
                  <a:pt x="13449889" y="5016215"/>
                  <a:pt x="13457364" y="5023473"/>
                </a:cubicBezTo>
                <a:cubicBezTo>
                  <a:pt x="13464839" y="5030730"/>
                  <a:pt x="13475152" y="5034359"/>
                  <a:pt x="13488304" y="5034359"/>
                </a:cubicBezTo>
                <a:cubicBezTo>
                  <a:pt x="13502357" y="5034359"/>
                  <a:pt x="13512980" y="5030648"/>
                  <a:pt x="13520172" y="5023228"/>
                </a:cubicBezTo>
                <a:cubicBezTo>
                  <a:pt x="13527365" y="5015807"/>
                  <a:pt x="13530961" y="5005467"/>
                  <a:pt x="13530961" y="4992207"/>
                </a:cubicBezTo>
                <a:cubicBezTo>
                  <a:pt x="13530961" y="4978765"/>
                  <a:pt x="13527357" y="4968216"/>
                  <a:pt x="13520149" y="4960559"/>
                </a:cubicBezTo>
                <a:cubicBezTo>
                  <a:pt x="13512941" y="4952903"/>
                  <a:pt x="13502326" y="4949075"/>
                  <a:pt x="13488304" y="4949075"/>
                </a:cubicBezTo>
                <a:close/>
                <a:moveTo>
                  <a:pt x="10547236" y="4913524"/>
                </a:moveTo>
                <a:lnTo>
                  <a:pt x="10553806" y="4927264"/>
                </a:lnTo>
                <a:cubicBezTo>
                  <a:pt x="10534232" y="4963856"/>
                  <a:pt x="10517296" y="5003987"/>
                  <a:pt x="10503000" y="5047655"/>
                </a:cubicBezTo>
                <a:cubicBezTo>
                  <a:pt x="10488703" y="5091323"/>
                  <a:pt x="10478371" y="5132928"/>
                  <a:pt x="10472006" y="5172470"/>
                </a:cubicBezTo>
                <a:lnTo>
                  <a:pt x="10445817" y="5157906"/>
                </a:lnTo>
                <a:cubicBezTo>
                  <a:pt x="10459850" y="5113238"/>
                  <a:pt x="10475890" y="5069619"/>
                  <a:pt x="10493937" y="5027049"/>
                </a:cubicBezTo>
                <a:cubicBezTo>
                  <a:pt x="10511984" y="4984480"/>
                  <a:pt x="10529750" y="4946638"/>
                  <a:pt x="10547236" y="4913524"/>
                </a:cubicBezTo>
                <a:close/>
                <a:moveTo>
                  <a:pt x="12958204" y="4885960"/>
                </a:moveTo>
                <a:cubicBezTo>
                  <a:pt x="12965559" y="4888209"/>
                  <a:pt x="12975112" y="4890977"/>
                  <a:pt x="12986861" y="4894264"/>
                </a:cubicBezTo>
                <a:cubicBezTo>
                  <a:pt x="12998610" y="4897550"/>
                  <a:pt x="13007556" y="4900526"/>
                  <a:pt x="13013699" y="4903190"/>
                </a:cubicBezTo>
                <a:lnTo>
                  <a:pt x="13070555" y="5153311"/>
                </a:lnTo>
                <a:cubicBezTo>
                  <a:pt x="13054396" y="5169075"/>
                  <a:pt x="13033577" y="5183803"/>
                  <a:pt x="13008096" y="5197496"/>
                </a:cubicBezTo>
                <a:cubicBezTo>
                  <a:pt x="12982616" y="5211189"/>
                  <a:pt x="12958315" y="5221968"/>
                  <a:pt x="12935196" y="5229832"/>
                </a:cubicBezTo>
                <a:close/>
                <a:moveTo>
                  <a:pt x="9978732" y="4872002"/>
                </a:moveTo>
                <a:cubicBezTo>
                  <a:pt x="9958774" y="4872002"/>
                  <a:pt x="9941880" y="4879012"/>
                  <a:pt x="9928050" y="4893031"/>
                </a:cubicBezTo>
                <a:cubicBezTo>
                  <a:pt x="9914219" y="4907051"/>
                  <a:pt x="9907304" y="4923853"/>
                  <a:pt x="9907304" y="4943437"/>
                </a:cubicBezTo>
                <a:cubicBezTo>
                  <a:pt x="9907304" y="4962680"/>
                  <a:pt x="9914354" y="4979069"/>
                  <a:pt x="9928454" y="4992607"/>
                </a:cubicBezTo>
                <a:cubicBezTo>
                  <a:pt x="9942554" y="5006144"/>
                  <a:pt x="9959313" y="5012913"/>
                  <a:pt x="9978732" y="5012913"/>
                </a:cubicBezTo>
                <a:cubicBezTo>
                  <a:pt x="9997870" y="5012913"/>
                  <a:pt x="10014480" y="5006062"/>
                  <a:pt x="10028562" y="4992358"/>
                </a:cubicBezTo>
                <a:cubicBezTo>
                  <a:pt x="10042644" y="4978655"/>
                  <a:pt x="10049685" y="4962348"/>
                  <a:pt x="10049685" y="4943437"/>
                </a:cubicBezTo>
                <a:cubicBezTo>
                  <a:pt x="10049685" y="4924055"/>
                  <a:pt x="10042722" y="4907304"/>
                  <a:pt x="10028796" y="4893183"/>
                </a:cubicBezTo>
                <a:cubicBezTo>
                  <a:pt x="10014869" y="4879062"/>
                  <a:pt x="9998181" y="4872002"/>
                  <a:pt x="9978732" y="4872002"/>
                </a:cubicBezTo>
                <a:close/>
                <a:moveTo>
                  <a:pt x="13437544" y="4854001"/>
                </a:moveTo>
                <a:cubicBezTo>
                  <a:pt x="13424009" y="4854001"/>
                  <a:pt x="13413600" y="4857644"/>
                  <a:pt x="13406317" y="4864930"/>
                </a:cubicBezTo>
                <a:cubicBezTo>
                  <a:pt x="13399034" y="4872216"/>
                  <a:pt x="13395392" y="4882626"/>
                  <a:pt x="13395392" y="4896161"/>
                </a:cubicBezTo>
                <a:cubicBezTo>
                  <a:pt x="13395392" y="4909800"/>
                  <a:pt x="13399008" y="4920235"/>
                  <a:pt x="13406239" y="4927466"/>
                </a:cubicBezTo>
                <a:cubicBezTo>
                  <a:pt x="13413470" y="4934698"/>
                  <a:pt x="13423906" y="4938313"/>
                  <a:pt x="13437544" y="4938313"/>
                </a:cubicBezTo>
                <a:cubicBezTo>
                  <a:pt x="13451312" y="4938313"/>
                  <a:pt x="13461864" y="4934647"/>
                  <a:pt x="13469199" y="4927314"/>
                </a:cubicBezTo>
                <a:cubicBezTo>
                  <a:pt x="13476534" y="4919982"/>
                  <a:pt x="13480202" y="4909598"/>
                  <a:pt x="13480202" y="4896161"/>
                </a:cubicBezTo>
                <a:cubicBezTo>
                  <a:pt x="13480202" y="4882829"/>
                  <a:pt x="13476508" y="4872469"/>
                  <a:pt x="13469121" y="4865082"/>
                </a:cubicBezTo>
                <a:cubicBezTo>
                  <a:pt x="13461734" y="4857695"/>
                  <a:pt x="13451208" y="4854001"/>
                  <a:pt x="13437544" y="4854001"/>
                </a:cubicBezTo>
                <a:close/>
                <a:moveTo>
                  <a:pt x="14692402" y="4782450"/>
                </a:moveTo>
                <a:cubicBezTo>
                  <a:pt x="14641072" y="4782450"/>
                  <a:pt x="14594412" y="4793123"/>
                  <a:pt x="14552420" y="4814470"/>
                </a:cubicBezTo>
                <a:cubicBezTo>
                  <a:pt x="14510428" y="4835817"/>
                  <a:pt x="14473159" y="4867808"/>
                  <a:pt x="14440610" y="4910445"/>
                </a:cubicBezTo>
                <a:cubicBezTo>
                  <a:pt x="14411295" y="4949111"/>
                  <a:pt x="14389242" y="4991231"/>
                  <a:pt x="14374450" y="5036804"/>
                </a:cubicBezTo>
                <a:cubicBezTo>
                  <a:pt x="14359658" y="5082377"/>
                  <a:pt x="14352262" y="5131210"/>
                  <a:pt x="14352262" y="5183302"/>
                </a:cubicBezTo>
                <a:cubicBezTo>
                  <a:pt x="14352262" y="5235503"/>
                  <a:pt x="14359760" y="5284952"/>
                  <a:pt x="14374754" y="5331650"/>
                </a:cubicBezTo>
                <a:cubicBezTo>
                  <a:pt x="14389748" y="5378348"/>
                  <a:pt x="14412304" y="5421572"/>
                  <a:pt x="14442421" y="5461322"/>
                </a:cubicBezTo>
                <a:cubicBezTo>
                  <a:pt x="14475779" y="5505389"/>
                  <a:pt x="14513572" y="5538537"/>
                  <a:pt x="14555798" y="5560765"/>
                </a:cubicBezTo>
                <a:cubicBezTo>
                  <a:pt x="14598026" y="5582993"/>
                  <a:pt x="14644721" y="5594107"/>
                  <a:pt x="14695886" y="5594107"/>
                </a:cubicBezTo>
                <a:cubicBezTo>
                  <a:pt x="14747754" y="5594107"/>
                  <a:pt x="14794849" y="5582970"/>
                  <a:pt x="14837170" y="5560695"/>
                </a:cubicBezTo>
                <a:cubicBezTo>
                  <a:pt x="14879490" y="5538420"/>
                  <a:pt x="14918003" y="5499956"/>
                  <a:pt x="14952708" y="5445304"/>
                </a:cubicBezTo>
                <a:cubicBezTo>
                  <a:pt x="14981894" y="5415564"/>
                  <a:pt x="15003988" y="5377501"/>
                  <a:pt x="15018992" y="5331114"/>
                </a:cubicBezTo>
                <a:cubicBezTo>
                  <a:pt x="15033996" y="5284727"/>
                  <a:pt x="15041499" y="5235456"/>
                  <a:pt x="15041499" y="5183302"/>
                </a:cubicBezTo>
                <a:cubicBezTo>
                  <a:pt x="15041499" y="5131417"/>
                  <a:pt x="15033655" y="5082608"/>
                  <a:pt x="15017966" y="5036874"/>
                </a:cubicBezTo>
                <a:cubicBezTo>
                  <a:pt x="15002278" y="4991140"/>
                  <a:pt x="14979706" y="4950726"/>
                  <a:pt x="14950252" y="4915632"/>
                </a:cubicBezTo>
                <a:cubicBezTo>
                  <a:pt x="14914934" y="4869620"/>
                  <a:pt x="14875974" y="4835920"/>
                  <a:pt x="14833371" y="4814532"/>
                </a:cubicBezTo>
                <a:cubicBezTo>
                  <a:pt x="14790768" y="4793144"/>
                  <a:pt x="14743778" y="4782450"/>
                  <a:pt x="14692402" y="4782450"/>
                </a:cubicBezTo>
                <a:close/>
                <a:moveTo>
                  <a:pt x="12311152" y="4782450"/>
                </a:moveTo>
                <a:cubicBezTo>
                  <a:pt x="12259822" y="4782450"/>
                  <a:pt x="12213162" y="4793123"/>
                  <a:pt x="12171170" y="4814470"/>
                </a:cubicBezTo>
                <a:cubicBezTo>
                  <a:pt x="12129179" y="4835817"/>
                  <a:pt x="12091909" y="4867808"/>
                  <a:pt x="12059360" y="4910445"/>
                </a:cubicBezTo>
                <a:cubicBezTo>
                  <a:pt x="12030046" y="4949111"/>
                  <a:pt x="12007992" y="4991231"/>
                  <a:pt x="11993200" y="5036804"/>
                </a:cubicBezTo>
                <a:cubicBezTo>
                  <a:pt x="11978408" y="5082377"/>
                  <a:pt x="11971012" y="5131210"/>
                  <a:pt x="11971012" y="5183302"/>
                </a:cubicBezTo>
                <a:cubicBezTo>
                  <a:pt x="11971012" y="5235503"/>
                  <a:pt x="11978510" y="5284952"/>
                  <a:pt x="11993504" y="5331650"/>
                </a:cubicBezTo>
                <a:cubicBezTo>
                  <a:pt x="12008498" y="5378348"/>
                  <a:pt x="12031054" y="5421572"/>
                  <a:pt x="12061172" y="5461322"/>
                </a:cubicBezTo>
                <a:cubicBezTo>
                  <a:pt x="12094529" y="5505389"/>
                  <a:pt x="12132322" y="5538537"/>
                  <a:pt x="12174549" y="5560765"/>
                </a:cubicBezTo>
                <a:cubicBezTo>
                  <a:pt x="12216776" y="5582993"/>
                  <a:pt x="12263472" y="5594107"/>
                  <a:pt x="12314636" y="5594107"/>
                </a:cubicBezTo>
                <a:cubicBezTo>
                  <a:pt x="12366504" y="5594107"/>
                  <a:pt x="12413600" y="5582970"/>
                  <a:pt x="12455920" y="5560695"/>
                </a:cubicBezTo>
                <a:cubicBezTo>
                  <a:pt x="12498240" y="5538420"/>
                  <a:pt x="12536753" y="5499956"/>
                  <a:pt x="12571459" y="5445304"/>
                </a:cubicBezTo>
                <a:cubicBezTo>
                  <a:pt x="12600644" y="5415564"/>
                  <a:pt x="12622738" y="5377501"/>
                  <a:pt x="12637743" y="5331114"/>
                </a:cubicBezTo>
                <a:cubicBezTo>
                  <a:pt x="12652747" y="5284727"/>
                  <a:pt x="12660250" y="5235456"/>
                  <a:pt x="12660250" y="5183302"/>
                </a:cubicBezTo>
                <a:cubicBezTo>
                  <a:pt x="12660250" y="5131417"/>
                  <a:pt x="12652405" y="5082608"/>
                  <a:pt x="12636716" y="5036874"/>
                </a:cubicBezTo>
                <a:cubicBezTo>
                  <a:pt x="12621028" y="4991140"/>
                  <a:pt x="12598456" y="4950726"/>
                  <a:pt x="12569002" y="4915632"/>
                </a:cubicBezTo>
                <a:cubicBezTo>
                  <a:pt x="12533684" y="4869620"/>
                  <a:pt x="12494724" y="4835920"/>
                  <a:pt x="12452122" y="4814532"/>
                </a:cubicBezTo>
                <a:cubicBezTo>
                  <a:pt x="12409518" y="4793144"/>
                  <a:pt x="12362529" y="4782450"/>
                  <a:pt x="12311152" y="4782450"/>
                </a:cubicBezTo>
                <a:close/>
                <a:moveTo>
                  <a:pt x="10432941" y="4775483"/>
                </a:moveTo>
                <a:cubicBezTo>
                  <a:pt x="10413735" y="4891330"/>
                  <a:pt x="10399551" y="4999943"/>
                  <a:pt x="10390388" y="5101319"/>
                </a:cubicBezTo>
                <a:cubicBezTo>
                  <a:pt x="10381226" y="5202696"/>
                  <a:pt x="10376645" y="5298841"/>
                  <a:pt x="10376645" y="5389754"/>
                </a:cubicBezTo>
                <a:cubicBezTo>
                  <a:pt x="10376645" y="5426196"/>
                  <a:pt x="10377399" y="5461559"/>
                  <a:pt x="10378907" y="5495842"/>
                </a:cubicBezTo>
                <a:cubicBezTo>
                  <a:pt x="10380416" y="5530125"/>
                  <a:pt x="10382958" y="5566363"/>
                  <a:pt x="10386535" y="5604558"/>
                </a:cubicBezTo>
                <a:lnTo>
                  <a:pt x="10521661" y="5590359"/>
                </a:lnTo>
                <a:cubicBezTo>
                  <a:pt x="10522714" y="5520222"/>
                  <a:pt x="10526420" y="5452720"/>
                  <a:pt x="10532781" y="5387853"/>
                </a:cubicBezTo>
                <a:cubicBezTo>
                  <a:pt x="10539141" y="5322986"/>
                  <a:pt x="10548117" y="5259198"/>
                  <a:pt x="10559708" y="5196489"/>
                </a:cubicBezTo>
                <a:cubicBezTo>
                  <a:pt x="10566856" y="5158295"/>
                  <a:pt x="10578136" y="5106601"/>
                  <a:pt x="10593548" y="5041407"/>
                </a:cubicBezTo>
                <a:cubicBezTo>
                  <a:pt x="10608959" y="4976213"/>
                  <a:pt x="10627893" y="4899448"/>
                  <a:pt x="10650349" y="4811111"/>
                </a:cubicBezTo>
                <a:close/>
                <a:moveTo>
                  <a:pt x="9851001" y="4749107"/>
                </a:moveTo>
                <a:lnTo>
                  <a:pt x="9722336" y="4761059"/>
                </a:lnTo>
                <a:lnTo>
                  <a:pt x="9684873" y="5604433"/>
                </a:lnTo>
                <a:lnTo>
                  <a:pt x="9893137" y="5635411"/>
                </a:lnTo>
                <a:lnTo>
                  <a:pt x="9879071" y="5246899"/>
                </a:lnTo>
                <a:lnTo>
                  <a:pt x="10032928" y="5232817"/>
                </a:lnTo>
                <a:lnTo>
                  <a:pt x="10059039" y="5607271"/>
                </a:lnTo>
                <a:lnTo>
                  <a:pt x="10248704" y="5595919"/>
                </a:lnTo>
                <a:lnTo>
                  <a:pt x="10217158" y="5298794"/>
                </a:lnTo>
                <a:cubicBezTo>
                  <a:pt x="10216971" y="5297804"/>
                  <a:pt x="10216111" y="5291109"/>
                  <a:pt x="10214576" y="5278710"/>
                </a:cubicBezTo>
                <a:cubicBezTo>
                  <a:pt x="10213042" y="5266310"/>
                  <a:pt x="10210722" y="5249704"/>
                  <a:pt x="10207617" y="5228891"/>
                </a:cubicBezTo>
                <a:cubicBezTo>
                  <a:pt x="10205600" y="5215776"/>
                  <a:pt x="10204231" y="5203913"/>
                  <a:pt x="10203508" y="5193301"/>
                </a:cubicBezTo>
                <a:cubicBezTo>
                  <a:pt x="10202784" y="5182690"/>
                  <a:pt x="10202423" y="5170809"/>
                  <a:pt x="10202423" y="5157658"/>
                </a:cubicBezTo>
                <a:cubicBezTo>
                  <a:pt x="10202423" y="5157658"/>
                  <a:pt x="10203330" y="5147525"/>
                  <a:pt x="10205144" y="5127259"/>
                </a:cubicBezTo>
                <a:cubicBezTo>
                  <a:pt x="10206959" y="5106993"/>
                  <a:pt x="10210035" y="5074333"/>
                  <a:pt x="10214374" y="5029281"/>
                </a:cubicBezTo>
                <a:lnTo>
                  <a:pt x="10239248" y="4757941"/>
                </a:lnTo>
                <a:lnTo>
                  <a:pt x="10090702" y="4755079"/>
                </a:lnTo>
                <a:lnTo>
                  <a:pt x="10098563" y="5051675"/>
                </a:lnTo>
                <a:lnTo>
                  <a:pt x="9870035" y="5040820"/>
                </a:lnTo>
                <a:close/>
                <a:moveTo>
                  <a:pt x="12840588" y="4740399"/>
                </a:moveTo>
                <a:lnTo>
                  <a:pt x="12770973" y="4741721"/>
                </a:lnTo>
                <a:lnTo>
                  <a:pt x="12804750" y="5627947"/>
                </a:lnTo>
                <a:lnTo>
                  <a:pt x="12914706" y="5611392"/>
                </a:lnTo>
                <a:lnTo>
                  <a:pt x="12931238" y="5302931"/>
                </a:lnTo>
                <a:lnTo>
                  <a:pt x="12977060" y="5288639"/>
                </a:lnTo>
                <a:lnTo>
                  <a:pt x="13137332" y="5499866"/>
                </a:lnTo>
                <a:cubicBezTo>
                  <a:pt x="13166123" y="5537355"/>
                  <a:pt x="13194835" y="5565586"/>
                  <a:pt x="13223468" y="5584558"/>
                </a:cubicBezTo>
                <a:cubicBezTo>
                  <a:pt x="13252100" y="5603531"/>
                  <a:pt x="13280998" y="5613017"/>
                  <a:pt x="13310162" y="5613017"/>
                </a:cubicBezTo>
                <a:cubicBezTo>
                  <a:pt x="13337061" y="5613017"/>
                  <a:pt x="13361061" y="5604834"/>
                  <a:pt x="13382162" y="5588466"/>
                </a:cubicBezTo>
                <a:cubicBezTo>
                  <a:pt x="13403262" y="5572098"/>
                  <a:pt x="13421614" y="5544765"/>
                  <a:pt x="13437217" y="5506467"/>
                </a:cubicBezTo>
                <a:lnTo>
                  <a:pt x="13406254" y="5493490"/>
                </a:lnTo>
                <a:cubicBezTo>
                  <a:pt x="13392455" y="5508963"/>
                  <a:pt x="13380172" y="5519897"/>
                  <a:pt x="13369405" y="5526291"/>
                </a:cubicBezTo>
                <a:cubicBezTo>
                  <a:pt x="13358639" y="5532686"/>
                  <a:pt x="13347678" y="5535883"/>
                  <a:pt x="13336522" y="5535883"/>
                </a:cubicBezTo>
                <a:cubicBezTo>
                  <a:pt x="13328601" y="5535883"/>
                  <a:pt x="13320220" y="5534145"/>
                  <a:pt x="13311379" y="5530669"/>
                </a:cubicBezTo>
                <a:cubicBezTo>
                  <a:pt x="13302538" y="5527193"/>
                  <a:pt x="13293095" y="5521801"/>
                  <a:pt x="13283049" y="5514492"/>
                </a:cubicBezTo>
                <a:cubicBezTo>
                  <a:pt x="13274246" y="5508121"/>
                  <a:pt x="13266455" y="5501318"/>
                  <a:pt x="13259675" y="5494084"/>
                </a:cubicBezTo>
                <a:cubicBezTo>
                  <a:pt x="13252894" y="5486850"/>
                  <a:pt x="13247275" y="5479825"/>
                  <a:pt x="13242817" y="5473008"/>
                </a:cubicBezTo>
                <a:lnTo>
                  <a:pt x="13087428" y="5231970"/>
                </a:lnTo>
                <a:lnTo>
                  <a:pt x="13101020" y="5224630"/>
                </a:lnTo>
                <a:lnTo>
                  <a:pt x="13157044" y="5264628"/>
                </a:lnTo>
                <a:lnTo>
                  <a:pt x="13195261" y="5214436"/>
                </a:lnTo>
                <a:lnTo>
                  <a:pt x="13147930" y="5172735"/>
                </a:lnTo>
                <a:cubicBezTo>
                  <a:pt x="13156992" y="5164534"/>
                  <a:pt x="13165046" y="5153807"/>
                  <a:pt x="13172094" y="5140555"/>
                </a:cubicBezTo>
                <a:cubicBezTo>
                  <a:pt x="13179141" y="5127303"/>
                  <a:pt x="13183486" y="5116312"/>
                  <a:pt x="13185129" y="5107582"/>
                </a:cubicBezTo>
                <a:lnTo>
                  <a:pt x="13243012" y="5129525"/>
                </a:lnTo>
                <a:lnTo>
                  <a:pt x="13267948" y="5071099"/>
                </a:lnTo>
                <a:lnTo>
                  <a:pt x="13197703" y="5045229"/>
                </a:lnTo>
                <a:cubicBezTo>
                  <a:pt x="13199952" y="5031549"/>
                  <a:pt x="13200220" y="5016639"/>
                  <a:pt x="13198504" y="5000499"/>
                </a:cubicBezTo>
                <a:cubicBezTo>
                  <a:pt x="13196788" y="4984360"/>
                  <a:pt x="13193432" y="4972298"/>
                  <a:pt x="13188434" y="4964315"/>
                </a:cubicBezTo>
                <a:lnTo>
                  <a:pt x="13250398" y="4921650"/>
                </a:lnTo>
                <a:lnTo>
                  <a:pt x="13209382" y="4873573"/>
                </a:lnTo>
                <a:lnTo>
                  <a:pt x="13162541" y="4907226"/>
                </a:lnTo>
                <a:cubicBezTo>
                  <a:pt x="13157539" y="4897423"/>
                  <a:pt x="13148703" y="4887403"/>
                  <a:pt x="13136034" y="4877165"/>
                </a:cubicBezTo>
                <a:cubicBezTo>
                  <a:pt x="13123364" y="4866927"/>
                  <a:pt x="13110752" y="4859851"/>
                  <a:pt x="13098197" y="4855938"/>
                </a:cubicBezTo>
                <a:lnTo>
                  <a:pt x="13127465" y="4798110"/>
                </a:lnTo>
                <a:lnTo>
                  <a:pt x="13069832" y="4772598"/>
                </a:lnTo>
                <a:lnTo>
                  <a:pt x="13039320" y="4835044"/>
                </a:lnTo>
                <a:lnTo>
                  <a:pt x="12987464" y="4820893"/>
                </a:lnTo>
                <a:lnTo>
                  <a:pt x="12993808" y="4754955"/>
                </a:lnTo>
                <a:lnTo>
                  <a:pt x="12925546" y="4750639"/>
                </a:lnTo>
                <a:lnTo>
                  <a:pt x="12916292" y="4810170"/>
                </a:lnTo>
                <a:lnTo>
                  <a:pt x="12843061" y="4803739"/>
                </a:lnTo>
                <a:close/>
                <a:moveTo>
                  <a:pt x="10973592" y="4738657"/>
                </a:moveTo>
                <a:cubicBezTo>
                  <a:pt x="10932158" y="4738657"/>
                  <a:pt x="10894647" y="4743291"/>
                  <a:pt x="10861058" y="4752560"/>
                </a:cubicBezTo>
                <a:cubicBezTo>
                  <a:pt x="10827470" y="4761828"/>
                  <a:pt x="10798002" y="4775915"/>
                  <a:pt x="10772653" y="4794821"/>
                </a:cubicBezTo>
                <a:cubicBezTo>
                  <a:pt x="10744282" y="4815976"/>
                  <a:pt x="10722946" y="4842193"/>
                  <a:pt x="10708647" y="4873472"/>
                </a:cubicBezTo>
                <a:cubicBezTo>
                  <a:pt x="10694348" y="4904751"/>
                  <a:pt x="10687198" y="4940680"/>
                  <a:pt x="10687198" y="4981258"/>
                </a:cubicBezTo>
                <a:cubicBezTo>
                  <a:pt x="10687198" y="5009235"/>
                  <a:pt x="10694135" y="5037515"/>
                  <a:pt x="10708009" y="5066099"/>
                </a:cubicBezTo>
                <a:cubicBezTo>
                  <a:pt x="10721884" y="5094682"/>
                  <a:pt x="10742799" y="5123984"/>
                  <a:pt x="10770755" y="5154003"/>
                </a:cubicBezTo>
                <a:cubicBezTo>
                  <a:pt x="10792833" y="5171882"/>
                  <a:pt x="10816838" y="5193594"/>
                  <a:pt x="10842770" y="5219140"/>
                </a:cubicBezTo>
                <a:cubicBezTo>
                  <a:pt x="10868702" y="5244686"/>
                  <a:pt x="10893658" y="5269280"/>
                  <a:pt x="10917638" y="5292923"/>
                </a:cubicBezTo>
                <a:cubicBezTo>
                  <a:pt x="10943790" y="5318754"/>
                  <a:pt x="10963179" y="5343279"/>
                  <a:pt x="10975804" y="5366497"/>
                </a:cubicBezTo>
                <a:cubicBezTo>
                  <a:pt x="10988429" y="5389715"/>
                  <a:pt x="10994742" y="5411119"/>
                  <a:pt x="10994742" y="5430709"/>
                </a:cubicBezTo>
                <a:cubicBezTo>
                  <a:pt x="10994742" y="5450013"/>
                  <a:pt x="10991790" y="5467380"/>
                  <a:pt x="10985885" y="5482810"/>
                </a:cubicBezTo>
                <a:cubicBezTo>
                  <a:pt x="10979981" y="5498239"/>
                  <a:pt x="10971119" y="5512315"/>
                  <a:pt x="10959300" y="5525036"/>
                </a:cubicBezTo>
                <a:cubicBezTo>
                  <a:pt x="10947367" y="5537860"/>
                  <a:pt x="10933714" y="5547436"/>
                  <a:pt x="10918342" y="5553763"/>
                </a:cubicBezTo>
                <a:cubicBezTo>
                  <a:pt x="10902969" y="5560090"/>
                  <a:pt x="10886020" y="5563253"/>
                  <a:pt x="10867493" y="5563253"/>
                </a:cubicBezTo>
                <a:cubicBezTo>
                  <a:pt x="10852522" y="5563253"/>
                  <a:pt x="10838714" y="5561751"/>
                  <a:pt x="10826068" y="5558747"/>
                </a:cubicBezTo>
                <a:cubicBezTo>
                  <a:pt x="10813422" y="5555743"/>
                  <a:pt x="10802011" y="5551105"/>
                  <a:pt x="10791835" y="5544832"/>
                </a:cubicBezTo>
                <a:cubicBezTo>
                  <a:pt x="10779933" y="5537591"/>
                  <a:pt x="10771047" y="5529087"/>
                  <a:pt x="10765176" y="5519320"/>
                </a:cubicBezTo>
                <a:cubicBezTo>
                  <a:pt x="10759306" y="5509554"/>
                  <a:pt x="10756370" y="5498116"/>
                  <a:pt x="10756370" y="5485006"/>
                </a:cubicBezTo>
                <a:cubicBezTo>
                  <a:pt x="10756370" y="5462364"/>
                  <a:pt x="10761123" y="5445691"/>
                  <a:pt x="10770627" y="5434989"/>
                </a:cubicBezTo>
                <a:cubicBezTo>
                  <a:pt x="10780132" y="5424287"/>
                  <a:pt x="10794526" y="5418936"/>
                  <a:pt x="10813809" y="5418936"/>
                </a:cubicBezTo>
                <a:cubicBezTo>
                  <a:pt x="10820963" y="5418936"/>
                  <a:pt x="10827707" y="5419780"/>
                  <a:pt x="10834042" y="5421467"/>
                </a:cubicBezTo>
                <a:cubicBezTo>
                  <a:pt x="10840376" y="5423155"/>
                  <a:pt x="10847128" y="5426214"/>
                  <a:pt x="10854297" y="5430646"/>
                </a:cubicBezTo>
                <a:cubicBezTo>
                  <a:pt x="10858097" y="5433570"/>
                  <a:pt x="10861305" y="5437335"/>
                  <a:pt x="10863920" y="5441941"/>
                </a:cubicBezTo>
                <a:cubicBezTo>
                  <a:pt x="10866535" y="5446546"/>
                  <a:pt x="10867843" y="5451664"/>
                  <a:pt x="10867843" y="5457294"/>
                </a:cubicBezTo>
                <a:cubicBezTo>
                  <a:pt x="10867843" y="5466184"/>
                  <a:pt x="10866654" y="5472196"/>
                  <a:pt x="10864278" y="5475329"/>
                </a:cubicBezTo>
                <a:cubicBezTo>
                  <a:pt x="10861901" y="5478463"/>
                  <a:pt x="10858102" y="5480030"/>
                  <a:pt x="10852882" y="5480030"/>
                </a:cubicBezTo>
                <a:cubicBezTo>
                  <a:pt x="10847724" y="5480030"/>
                  <a:pt x="10844350" y="5479434"/>
                  <a:pt x="10842758" y="5478241"/>
                </a:cubicBezTo>
                <a:cubicBezTo>
                  <a:pt x="10841167" y="5477049"/>
                  <a:pt x="10840371" y="5474784"/>
                  <a:pt x="10840371" y="5471446"/>
                </a:cubicBezTo>
                <a:cubicBezTo>
                  <a:pt x="10840371" y="5469807"/>
                  <a:pt x="10840895" y="5468115"/>
                  <a:pt x="10841942" y="5466368"/>
                </a:cubicBezTo>
                <a:cubicBezTo>
                  <a:pt x="10842989" y="5464621"/>
                  <a:pt x="10846374" y="5456651"/>
                  <a:pt x="10852097" y="5442458"/>
                </a:cubicBezTo>
                <a:cubicBezTo>
                  <a:pt x="10843144" y="5442458"/>
                  <a:pt x="10837849" y="5442376"/>
                  <a:pt x="10836211" y="5442213"/>
                </a:cubicBezTo>
                <a:cubicBezTo>
                  <a:pt x="10834573" y="5442049"/>
                  <a:pt x="10833293" y="5441968"/>
                  <a:pt x="10832370" y="5441968"/>
                </a:cubicBezTo>
                <a:cubicBezTo>
                  <a:pt x="10818000" y="5441968"/>
                  <a:pt x="10807050" y="5446053"/>
                  <a:pt x="10799518" y="5454222"/>
                </a:cubicBezTo>
                <a:cubicBezTo>
                  <a:pt x="10791986" y="5462392"/>
                  <a:pt x="10788220" y="5473988"/>
                  <a:pt x="10788220" y="5489011"/>
                </a:cubicBezTo>
                <a:cubicBezTo>
                  <a:pt x="10788220" y="5505993"/>
                  <a:pt x="10794768" y="5519460"/>
                  <a:pt x="10807865" y="5529413"/>
                </a:cubicBezTo>
                <a:cubicBezTo>
                  <a:pt x="10820962" y="5539366"/>
                  <a:pt x="10835975" y="5544343"/>
                  <a:pt x="10852906" y="5544343"/>
                </a:cubicBezTo>
                <a:cubicBezTo>
                  <a:pt x="10883371" y="5544343"/>
                  <a:pt x="10906249" y="5536437"/>
                  <a:pt x="10921542" y="5520627"/>
                </a:cubicBezTo>
                <a:cubicBezTo>
                  <a:pt x="10936834" y="5504816"/>
                  <a:pt x="10944480" y="5481619"/>
                  <a:pt x="10944480" y="5451034"/>
                </a:cubicBezTo>
                <a:cubicBezTo>
                  <a:pt x="10944480" y="5434762"/>
                  <a:pt x="10941310" y="5419735"/>
                  <a:pt x="10934970" y="5405951"/>
                </a:cubicBezTo>
                <a:cubicBezTo>
                  <a:pt x="10928630" y="5392167"/>
                  <a:pt x="10918880" y="5380149"/>
                  <a:pt x="10905718" y="5369895"/>
                </a:cubicBezTo>
                <a:cubicBezTo>
                  <a:pt x="10894168" y="5360782"/>
                  <a:pt x="10881297" y="5353738"/>
                  <a:pt x="10867104" y="5348765"/>
                </a:cubicBezTo>
                <a:cubicBezTo>
                  <a:pt x="10852911" y="5343791"/>
                  <a:pt x="10837284" y="5341304"/>
                  <a:pt x="10820224" y="5341304"/>
                </a:cubicBezTo>
                <a:cubicBezTo>
                  <a:pt x="10777857" y="5341304"/>
                  <a:pt x="10744928" y="5354617"/>
                  <a:pt x="10721438" y="5381244"/>
                </a:cubicBezTo>
                <a:cubicBezTo>
                  <a:pt x="10697948" y="5407870"/>
                  <a:pt x="10686202" y="5442414"/>
                  <a:pt x="10686202" y="5484874"/>
                </a:cubicBezTo>
                <a:cubicBezTo>
                  <a:pt x="10686202" y="5513286"/>
                  <a:pt x="10693058" y="5538136"/>
                  <a:pt x="10706769" y="5559424"/>
                </a:cubicBezTo>
                <a:cubicBezTo>
                  <a:pt x="10720480" y="5580711"/>
                  <a:pt x="10738857" y="5596774"/>
                  <a:pt x="10761899" y="5607613"/>
                </a:cubicBezTo>
                <a:cubicBezTo>
                  <a:pt x="10786791" y="5622076"/>
                  <a:pt x="10811687" y="5631984"/>
                  <a:pt x="10836584" y="5637336"/>
                </a:cubicBezTo>
                <a:cubicBezTo>
                  <a:pt x="10861482" y="5642688"/>
                  <a:pt x="10888904" y="5645364"/>
                  <a:pt x="10918851" y="5645364"/>
                </a:cubicBezTo>
                <a:cubicBezTo>
                  <a:pt x="10956854" y="5645364"/>
                  <a:pt x="10991453" y="5640139"/>
                  <a:pt x="11022649" y="5629689"/>
                </a:cubicBezTo>
                <a:cubicBezTo>
                  <a:pt x="11053845" y="5619238"/>
                  <a:pt x="11081856" y="5604288"/>
                  <a:pt x="11106681" y="5584838"/>
                </a:cubicBezTo>
                <a:cubicBezTo>
                  <a:pt x="11134160" y="5563206"/>
                  <a:pt x="11154637" y="5537474"/>
                  <a:pt x="11168112" y="5507641"/>
                </a:cubicBezTo>
                <a:cubicBezTo>
                  <a:pt x="11181588" y="5477809"/>
                  <a:pt x="11188325" y="5444176"/>
                  <a:pt x="11188325" y="5406744"/>
                </a:cubicBezTo>
                <a:cubicBezTo>
                  <a:pt x="11188325" y="5367135"/>
                  <a:pt x="11180196" y="5330130"/>
                  <a:pt x="11163937" y="5295731"/>
                </a:cubicBezTo>
                <a:cubicBezTo>
                  <a:pt x="11147678" y="5261331"/>
                  <a:pt x="11123103" y="5229567"/>
                  <a:pt x="11090212" y="5200439"/>
                </a:cubicBezTo>
                <a:cubicBezTo>
                  <a:pt x="11061001" y="5180731"/>
                  <a:pt x="11029300" y="5160822"/>
                  <a:pt x="10995107" y="5140714"/>
                </a:cubicBezTo>
                <a:cubicBezTo>
                  <a:pt x="10960915" y="5120606"/>
                  <a:pt x="10934395" y="5101242"/>
                  <a:pt x="10915546" y="5082622"/>
                </a:cubicBezTo>
                <a:cubicBezTo>
                  <a:pt x="10885610" y="5062343"/>
                  <a:pt x="10863291" y="5041710"/>
                  <a:pt x="10848590" y="5020724"/>
                </a:cubicBezTo>
                <a:cubicBezTo>
                  <a:pt x="10833889" y="4999737"/>
                  <a:pt x="10826538" y="4978291"/>
                  <a:pt x="10826538" y="4956384"/>
                </a:cubicBezTo>
                <a:cubicBezTo>
                  <a:pt x="10826538" y="4934332"/>
                  <a:pt x="10830451" y="4914881"/>
                  <a:pt x="10838276" y="4898031"/>
                </a:cubicBezTo>
                <a:cubicBezTo>
                  <a:pt x="10846100" y="4881181"/>
                  <a:pt x="10857602" y="4866805"/>
                  <a:pt x="10872780" y="4854903"/>
                </a:cubicBezTo>
                <a:cubicBezTo>
                  <a:pt x="10887139" y="4843598"/>
                  <a:pt x="10903743" y="4835165"/>
                  <a:pt x="10922591" y="4829605"/>
                </a:cubicBezTo>
                <a:cubicBezTo>
                  <a:pt x="10941440" y="4824046"/>
                  <a:pt x="10962289" y="4821266"/>
                  <a:pt x="10985139" y="4821266"/>
                </a:cubicBezTo>
                <a:cubicBezTo>
                  <a:pt x="11003769" y="4821266"/>
                  <a:pt x="11021315" y="4823300"/>
                  <a:pt x="11037776" y="4827370"/>
                </a:cubicBezTo>
                <a:cubicBezTo>
                  <a:pt x="11054238" y="4831439"/>
                  <a:pt x="11072030" y="4838186"/>
                  <a:pt x="11091153" y="4847610"/>
                </a:cubicBezTo>
                <a:cubicBezTo>
                  <a:pt x="11100546" y="4856573"/>
                  <a:pt x="11109137" y="4867659"/>
                  <a:pt x="11116925" y="4880870"/>
                </a:cubicBezTo>
                <a:cubicBezTo>
                  <a:pt x="11124714" y="4894081"/>
                  <a:pt x="11128608" y="4908950"/>
                  <a:pt x="11128608" y="4925476"/>
                </a:cubicBezTo>
                <a:cubicBezTo>
                  <a:pt x="11128608" y="4953862"/>
                  <a:pt x="11120107" y="4977513"/>
                  <a:pt x="11103104" y="4996429"/>
                </a:cubicBezTo>
                <a:cubicBezTo>
                  <a:pt x="11086101" y="5015344"/>
                  <a:pt x="11063777" y="5024802"/>
                  <a:pt x="11036132" y="5024802"/>
                </a:cubicBezTo>
                <a:cubicBezTo>
                  <a:pt x="11007258" y="5024802"/>
                  <a:pt x="10986174" y="5019817"/>
                  <a:pt x="10972880" y="5009846"/>
                </a:cubicBezTo>
                <a:cubicBezTo>
                  <a:pt x="10959587" y="4999875"/>
                  <a:pt x="10952940" y="4984441"/>
                  <a:pt x="10952940" y="4963545"/>
                </a:cubicBezTo>
                <a:cubicBezTo>
                  <a:pt x="10952940" y="4957485"/>
                  <a:pt x="10954194" y="4952009"/>
                  <a:pt x="10956703" y="4947115"/>
                </a:cubicBezTo>
                <a:cubicBezTo>
                  <a:pt x="10959212" y="4942222"/>
                  <a:pt x="10962620" y="4938077"/>
                  <a:pt x="10966928" y="4934682"/>
                </a:cubicBezTo>
                <a:cubicBezTo>
                  <a:pt x="10971837" y="4930690"/>
                  <a:pt x="10977355" y="4927790"/>
                  <a:pt x="10983483" y="4925981"/>
                </a:cubicBezTo>
                <a:cubicBezTo>
                  <a:pt x="10989610" y="4924172"/>
                  <a:pt x="10995947" y="4923267"/>
                  <a:pt x="11002494" y="4923267"/>
                </a:cubicBezTo>
                <a:cubicBezTo>
                  <a:pt x="11011815" y="4923267"/>
                  <a:pt x="11018340" y="4924664"/>
                  <a:pt x="11022070" y="4927458"/>
                </a:cubicBezTo>
                <a:cubicBezTo>
                  <a:pt x="11025799" y="4930252"/>
                  <a:pt x="11027664" y="4934153"/>
                  <a:pt x="11027664" y="4939161"/>
                </a:cubicBezTo>
                <a:cubicBezTo>
                  <a:pt x="11027664" y="4944635"/>
                  <a:pt x="11026032" y="4948572"/>
                  <a:pt x="11022769" y="4950972"/>
                </a:cubicBezTo>
                <a:cubicBezTo>
                  <a:pt x="11019506" y="4953372"/>
                  <a:pt x="11013235" y="4954572"/>
                  <a:pt x="11003956" y="4954572"/>
                </a:cubicBezTo>
                <a:cubicBezTo>
                  <a:pt x="11001494" y="4954572"/>
                  <a:pt x="10999242" y="4954458"/>
                  <a:pt x="10997199" y="4954230"/>
                </a:cubicBezTo>
                <a:cubicBezTo>
                  <a:pt x="10995157" y="4954002"/>
                  <a:pt x="10988726" y="4953465"/>
                  <a:pt x="10977907" y="4952620"/>
                </a:cubicBezTo>
                <a:cubicBezTo>
                  <a:pt x="10983428" y="4972070"/>
                  <a:pt x="10990579" y="4983989"/>
                  <a:pt x="10999361" y="4988377"/>
                </a:cubicBezTo>
                <a:cubicBezTo>
                  <a:pt x="11008142" y="4992765"/>
                  <a:pt x="11018616" y="4994959"/>
                  <a:pt x="11030782" y="4994959"/>
                </a:cubicBezTo>
                <a:cubicBezTo>
                  <a:pt x="11049843" y="4994959"/>
                  <a:pt x="11066351" y="4988843"/>
                  <a:pt x="11080306" y="4976612"/>
                </a:cubicBezTo>
                <a:cubicBezTo>
                  <a:pt x="11094260" y="4964381"/>
                  <a:pt x="11101238" y="4948971"/>
                  <a:pt x="11101238" y="4930382"/>
                </a:cubicBezTo>
                <a:cubicBezTo>
                  <a:pt x="11101238" y="4918293"/>
                  <a:pt x="11098642" y="4907348"/>
                  <a:pt x="11093450" y="4897545"/>
                </a:cubicBezTo>
                <a:cubicBezTo>
                  <a:pt x="11088259" y="4887743"/>
                  <a:pt x="11080650" y="4879138"/>
                  <a:pt x="11070625" y="4871730"/>
                </a:cubicBezTo>
                <a:cubicBezTo>
                  <a:pt x="11062294" y="4865577"/>
                  <a:pt x="11052568" y="4861019"/>
                  <a:pt x="11041446" y="4858056"/>
                </a:cubicBezTo>
                <a:cubicBezTo>
                  <a:pt x="11030325" y="4855094"/>
                  <a:pt x="11019106" y="4853613"/>
                  <a:pt x="11007789" y="4853613"/>
                </a:cubicBezTo>
                <a:cubicBezTo>
                  <a:pt x="10989278" y="4853613"/>
                  <a:pt x="10972397" y="4855897"/>
                  <a:pt x="10957146" y="4860467"/>
                </a:cubicBezTo>
                <a:cubicBezTo>
                  <a:pt x="10941896" y="4865036"/>
                  <a:pt x="10928164" y="4871720"/>
                  <a:pt x="10915951" y="4880517"/>
                </a:cubicBezTo>
                <a:cubicBezTo>
                  <a:pt x="10901887" y="4890692"/>
                  <a:pt x="10891431" y="4903095"/>
                  <a:pt x="10884584" y="4917723"/>
                </a:cubicBezTo>
                <a:cubicBezTo>
                  <a:pt x="10877736" y="4932352"/>
                  <a:pt x="10874312" y="4948886"/>
                  <a:pt x="10874312" y="4967324"/>
                </a:cubicBezTo>
                <a:cubicBezTo>
                  <a:pt x="10874312" y="4989158"/>
                  <a:pt x="10878826" y="5008909"/>
                  <a:pt x="10887853" y="5026575"/>
                </a:cubicBezTo>
                <a:cubicBezTo>
                  <a:pt x="10896881" y="5044241"/>
                  <a:pt x="10908958" y="5057121"/>
                  <a:pt x="10924084" y="5065212"/>
                </a:cubicBezTo>
                <a:cubicBezTo>
                  <a:pt x="10942549" y="5081054"/>
                  <a:pt x="10961312" y="5091633"/>
                  <a:pt x="10980372" y="5096949"/>
                </a:cubicBezTo>
                <a:cubicBezTo>
                  <a:pt x="10999433" y="5102265"/>
                  <a:pt x="11020101" y="5104923"/>
                  <a:pt x="11042376" y="5104923"/>
                </a:cubicBezTo>
                <a:cubicBezTo>
                  <a:pt x="11096158" y="5104923"/>
                  <a:pt x="11139485" y="5088476"/>
                  <a:pt x="11172358" y="5055582"/>
                </a:cubicBezTo>
                <a:cubicBezTo>
                  <a:pt x="11205231" y="5022688"/>
                  <a:pt x="11221668" y="4979335"/>
                  <a:pt x="11221668" y="4925522"/>
                </a:cubicBezTo>
                <a:cubicBezTo>
                  <a:pt x="11221668" y="4895933"/>
                  <a:pt x="11214640" y="4869180"/>
                  <a:pt x="11200584" y="4845262"/>
                </a:cubicBezTo>
                <a:cubicBezTo>
                  <a:pt x="11186528" y="4821344"/>
                  <a:pt x="11160242" y="4799942"/>
                  <a:pt x="11121726" y="4781058"/>
                </a:cubicBezTo>
                <a:cubicBezTo>
                  <a:pt x="11108788" y="4767372"/>
                  <a:pt x="11088486" y="4756884"/>
                  <a:pt x="11060820" y="4749593"/>
                </a:cubicBezTo>
                <a:cubicBezTo>
                  <a:pt x="11033154" y="4742302"/>
                  <a:pt x="11004078" y="4738657"/>
                  <a:pt x="10973592" y="4738657"/>
                </a:cubicBezTo>
                <a:close/>
                <a:moveTo>
                  <a:pt x="14122683" y="4692874"/>
                </a:moveTo>
                <a:cubicBezTo>
                  <a:pt x="14072814" y="4692874"/>
                  <a:pt x="14028796" y="4705451"/>
                  <a:pt x="13990624" y="4730605"/>
                </a:cubicBezTo>
                <a:cubicBezTo>
                  <a:pt x="13952454" y="4755759"/>
                  <a:pt x="13917496" y="4793050"/>
                  <a:pt x="13885750" y="4842478"/>
                </a:cubicBezTo>
                <a:cubicBezTo>
                  <a:pt x="13869136" y="4868381"/>
                  <a:pt x="13851279" y="4902872"/>
                  <a:pt x="13832180" y="4945949"/>
                </a:cubicBezTo>
                <a:cubicBezTo>
                  <a:pt x="13813080" y="4989026"/>
                  <a:pt x="13795166" y="5039198"/>
                  <a:pt x="13778438" y="5096463"/>
                </a:cubicBezTo>
                <a:lnTo>
                  <a:pt x="13647558" y="4740150"/>
                </a:lnTo>
                <a:lnTo>
                  <a:pt x="13459689" y="4811585"/>
                </a:lnTo>
                <a:lnTo>
                  <a:pt x="13668451" y="5173917"/>
                </a:lnTo>
                <a:lnTo>
                  <a:pt x="13696288" y="5624463"/>
                </a:lnTo>
                <a:lnTo>
                  <a:pt x="13799044" y="5604993"/>
                </a:lnTo>
                <a:cubicBezTo>
                  <a:pt x="13805803" y="5469255"/>
                  <a:pt x="13810724" y="5368826"/>
                  <a:pt x="13813806" y="5303704"/>
                </a:cubicBezTo>
                <a:cubicBezTo>
                  <a:pt x="13816888" y="5238583"/>
                  <a:pt x="13818428" y="5206022"/>
                  <a:pt x="13818428" y="5206022"/>
                </a:cubicBezTo>
                <a:cubicBezTo>
                  <a:pt x="13818692" y="5203083"/>
                  <a:pt x="13821063" y="5194269"/>
                  <a:pt x="13825539" y="5179581"/>
                </a:cubicBezTo>
                <a:cubicBezTo>
                  <a:pt x="13830015" y="5164893"/>
                  <a:pt x="13836772" y="5144975"/>
                  <a:pt x="13845806" y="5119829"/>
                </a:cubicBezTo>
                <a:cubicBezTo>
                  <a:pt x="13876660" y="5034778"/>
                  <a:pt x="13911731" y="4972008"/>
                  <a:pt x="13951019" y="4931517"/>
                </a:cubicBezTo>
                <a:cubicBezTo>
                  <a:pt x="13990307" y="4891027"/>
                  <a:pt x="14033690" y="4870781"/>
                  <a:pt x="14081169" y="4870781"/>
                </a:cubicBezTo>
                <a:lnTo>
                  <a:pt x="14097560" y="4870781"/>
                </a:lnTo>
                <a:lnTo>
                  <a:pt x="14113096" y="4813062"/>
                </a:lnTo>
                <a:cubicBezTo>
                  <a:pt x="14097964" y="4810699"/>
                  <a:pt x="14086381" y="4809070"/>
                  <a:pt x="14078346" y="4808175"/>
                </a:cubicBezTo>
                <a:cubicBezTo>
                  <a:pt x="14070311" y="4807281"/>
                  <a:pt x="14063774" y="4806834"/>
                  <a:pt x="14058736" y="4806834"/>
                </a:cubicBezTo>
                <a:cubicBezTo>
                  <a:pt x="14047062" y="4806834"/>
                  <a:pt x="14033646" y="4809134"/>
                  <a:pt x="14018485" y="4813735"/>
                </a:cubicBezTo>
                <a:cubicBezTo>
                  <a:pt x="14003325" y="4818336"/>
                  <a:pt x="13991601" y="4824983"/>
                  <a:pt x="13983312" y="4833676"/>
                </a:cubicBezTo>
                <a:cubicBezTo>
                  <a:pt x="14000792" y="4813008"/>
                  <a:pt x="14021480" y="4794285"/>
                  <a:pt x="14045378" y="4777508"/>
                </a:cubicBezTo>
                <a:cubicBezTo>
                  <a:pt x="14069274" y="4760731"/>
                  <a:pt x="14099146" y="4749823"/>
                  <a:pt x="14134992" y="4744784"/>
                </a:cubicBezTo>
                <a:close/>
                <a:moveTo>
                  <a:pt x="11312925" y="4692850"/>
                </a:moveTo>
                <a:lnTo>
                  <a:pt x="11260470" y="4706987"/>
                </a:lnTo>
                <a:lnTo>
                  <a:pt x="11260470" y="4726231"/>
                </a:lnTo>
                <a:cubicBezTo>
                  <a:pt x="11260470" y="4760336"/>
                  <a:pt x="11266845" y="4789085"/>
                  <a:pt x="11279594" y="4812479"/>
                </a:cubicBezTo>
                <a:cubicBezTo>
                  <a:pt x="11292344" y="4835874"/>
                  <a:pt x="11311883" y="4854237"/>
                  <a:pt x="11338211" y="4867570"/>
                </a:cubicBezTo>
                <a:cubicBezTo>
                  <a:pt x="11356743" y="4876839"/>
                  <a:pt x="11379730" y="4883461"/>
                  <a:pt x="11407170" y="4887437"/>
                </a:cubicBezTo>
                <a:cubicBezTo>
                  <a:pt x="11434610" y="4891413"/>
                  <a:pt x="11466590" y="4893077"/>
                  <a:pt x="11503110" y="4892429"/>
                </a:cubicBezTo>
                <a:lnTo>
                  <a:pt x="11526212" y="4891939"/>
                </a:lnTo>
                <a:lnTo>
                  <a:pt x="11471564" y="5577957"/>
                </a:lnTo>
                <a:lnTo>
                  <a:pt x="11712401" y="5608041"/>
                </a:lnTo>
                <a:lnTo>
                  <a:pt x="11666050" y="4883883"/>
                </a:lnTo>
                <a:cubicBezTo>
                  <a:pt x="11687169" y="4879202"/>
                  <a:pt x="11710650" y="4875309"/>
                  <a:pt x="11736494" y="4872204"/>
                </a:cubicBezTo>
                <a:cubicBezTo>
                  <a:pt x="11762337" y="4869099"/>
                  <a:pt x="11787721" y="4867547"/>
                  <a:pt x="11812645" y="4867547"/>
                </a:cubicBezTo>
                <a:cubicBezTo>
                  <a:pt x="11832188" y="4867547"/>
                  <a:pt x="11852496" y="4868520"/>
                  <a:pt x="11873571" y="4870466"/>
                </a:cubicBezTo>
                <a:cubicBezTo>
                  <a:pt x="11894646" y="4872413"/>
                  <a:pt x="11919234" y="4875343"/>
                  <a:pt x="11947336" y="4879257"/>
                </a:cubicBezTo>
                <a:lnTo>
                  <a:pt x="11959660" y="4785428"/>
                </a:lnTo>
                <a:cubicBezTo>
                  <a:pt x="11940967" y="4777605"/>
                  <a:pt x="11921981" y="4772085"/>
                  <a:pt x="11902703" y="4768865"/>
                </a:cubicBezTo>
                <a:cubicBezTo>
                  <a:pt x="11883424" y="4765646"/>
                  <a:pt x="11862329" y="4764037"/>
                  <a:pt x="11839417" y="4764037"/>
                </a:cubicBezTo>
                <a:cubicBezTo>
                  <a:pt x="11796448" y="4764037"/>
                  <a:pt x="11732916" y="4770340"/>
                  <a:pt x="11648819" y="4782947"/>
                </a:cubicBezTo>
                <a:cubicBezTo>
                  <a:pt x="11564722" y="4795554"/>
                  <a:pt x="11501540" y="4801858"/>
                  <a:pt x="11459271" y="4801858"/>
                </a:cubicBezTo>
                <a:cubicBezTo>
                  <a:pt x="11410963" y="4801858"/>
                  <a:pt x="11374871" y="4793610"/>
                  <a:pt x="11350994" y="4777115"/>
                </a:cubicBezTo>
                <a:cubicBezTo>
                  <a:pt x="11327118" y="4760621"/>
                  <a:pt x="11314428" y="4732532"/>
                  <a:pt x="11312925" y="4692850"/>
                </a:cubicBezTo>
                <a:close/>
                <a:moveTo>
                  <a:pt x="15643218" y="4656546"/>
                </a:moveTo>
                <a:cubicBezTo>
                  <a:pt x="15645172" y="4690147"/>
                  <a:pt x="15640468" y="4715606"/>
                  <a:pt x="15629102" y="4732922"/>
                </a:cubicBezTo>
                <a:cubicBezTo>
                  <a:pt x="15617736" y="4750239"/>
                  <a:pt x="15599620" y="4763098"/>
                  <a:pt x="15574753" y="4771501"/>
                </a:cubicBezTo>
                <a:cubicBezTo>
                  <a:pt x="15561804" y="4775820"/>
                  <a:pt x="15542773" y="4779429"/>
                  <a:pt x="15517660" y="4782329"/>
                </a:cubicBezTo>
                <a:cubicBezTo>
                  <a:pt x="15492547" y="4785229"/>
                  <a:pt x="15461974" y="4787001"/>
                  <a:pt x="15425942" y="4787644"/>
                </a:cubicBezTo>
                <a:lnTo>
                  <a:pt x="15177446" y="4791205"/>
                </a:lnTo>
                <a:lnTo>
                  <a:pt x="15164002" y="5267015"/>
                </a:lnTo>
                <a:lnTo>
                  <a:pt x="15224078" y="5263112"/>
                </a:lnTo>
                <a:lnTo>
                  <a:pt x="15225960" y="5288530"/>
                </a:lnTo>
                <a:lnTo>
                  <a:pt x="15162525" y="5300147"/>
                </a:lnTo>
                <a:lnTo>
                  <a:pt x="15162525" y="5381185"/>
                </a:lnTo>
                <a:lnTo>
                  <a:pt x="15227296" y="5372896"/>
                </a:lnTo>
                <a:lnTo>
                  <a:pt x="15228400" y="5399427"/>
                </a:lnTo>
                <a:lnTo>
                  <a:pt x="15162844" y="5410095"/>
                </a:lnTo>
                <a:lnTo>
                  <a:pt x="15161748" y="5494874"/>
                </a:lnTo>
                <a:lnTo>
                  <a:pt x="15232180" y="5486087"/>
                </a:lnTo>
                <a:lnTo>
                  <a:pt x="15233276" y="5511825"/>
                </a:lnTo>
                <a:lnTo>
                  <a:pt x="15161748" y="5529320"/>
                </a:lnTo>
                <a:lnTo>
                  <a:pt x="15161748" y="5634416"/>
                </a:lnTo>
                <a:lnTo>
                  <a:pt x="15397134" y="5604231"/>
                </a:lnTo>
                <a:lnTo>
                  <a:pt x="15345899" y="5262769"/>
                </a:lnTo>
                <a:lnTo>
                  <a:pt x="15569077" y="5255033"/>
                </a:lnTo>
                <a:lnTo>
                  <a:pt x="15570306" y="5157494"/>
                </a:lnTo>
                <a:lnTo>
                  <a:pt x="15334492" y="5173598"/>
                </a:lnTo>
                <a:lnTo>
                  <a:pt x="15332237" y="5168536"/>
                </a:lnTo>
                <a:lnTo>
                  <a:pt x="15571799" y="5132122"/>
                </a:lnTo>
                <a:lnTo>
                  <a:pt x="15550664" y="5054910"/>
                </a:lnTo>
                <a:lnTo>
                  <a:pt x="15320986" y="5092482"/>
                </a:lnTo>
                <a:lnTo>
                  <a:pt x="15296127" y="4908120"/>
                </a:lnTo>
                <a:cubicBezTo>
                  <a:pt x="15354429" y="4904315"/>
                  <a:pt x="15404340" y="4900036"/>
                  <a:pt x="15445860" y="4895283"/>
                </a:cubicBezTo>
                <a:cubicBezTo>
                  <a:pt x="15487380" y="4890529"/>
                  <a:pt x="15512962" y="4885918"/>
                  <a:pt x="15522610" y="4881450"/>
                </a:cubicBezTo>
                <a:cubicBezTo>
                  <a:pt x="15583985" y="4867365"/>
                  <a:pt x="15628182" y="4846431"/>
                  <a:pt x="15655196" y="4818645"/>
                </a:cubicBezTo>
                <a:cubicBezTo>
                  <a:pt x="15682212" y="4790860"/>
                  <a:pt x="15695720" y="4756126"/>
                  <a:pt x="15695720" y="4714443"/>
                </a:cubicBezTo>
                <a:cubicBezTo>
                  <a:pt x="15695720" y="4707819"/>
                  <a:pt x="15695286" y="4700762"/>
                  <a:pt x="15694421" y="4693274"/>
                </a:cubicBezTo>
                <a:cubicBezTo>
                  <a:pt x="15693556" y="4685786"/>
                  <a:pt x="15691811" y="4675695"/>
                  <a:pt x="15689188" y="4662999"/>
                </a:cubicBezTo>
                <a:close/>
                <a:moveTo>
                  <a:pt x="0" y="0"/>
                </a:moveTo>
                <a:lnTo>
                  <a:pt x="20104100" y="0"/>
                </a:lnTo>
                <a:lnTo>
                  <a:pt x="20104100" y="11255763"/>
                </a:lnTo>
                <a:lnTo>
                  <a:pt x="0" y="11255763"/>
                </a:lnTo>
                <a:close/>
              </a:path>
            </a:pathLst>
          </a:cu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7E832B0B-9A29-5F85-910F-68B3928F6058}"/>
              </a:ext>
            </a:extLst>
          </p:cNvPr>
          <p:cNvGrpSpPr/>
          <p:nvPr/>
        </p:nvGrpSpPr>
        <p:grpSpPr>
          <a:xfrm>
            <a:off x="1242079" y="15875"/>
            <a:ext cx="6261567" cy="11309350"/>
            <a:chOff x="15187700" y="15875"/>
            <a:chExt cx="6261567" cy="11309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F6DAD7-8309-56AC-CC91-33719F79416A}"/>
                </a:ext>
              </a:extLst>
            </p:cNvPr>
            <p:cNvSpPr/>
            <p:nvPr/>
          </p:nvSpPr>
          <p:spPr>
            <a:xfrm>
              <a:off x="15187700" y="15875"/>
              <a:ext cx="4940131" cy="113093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3" name="Arrow: Pentagon 52">
              <a:extLst>
                <a:ext uri="{FF2B5EF4-FFF2-40B4-BE49-F238E27FC236}">
                  <a16:creationId xmlns:a16="http://schemas.microsoft.com/office/drawing/2014/main" id="{833E74B7-19B8-52A0-570E-BBF74CF85046}"/>
                </a:ext>
              </a:extLst>
            </p:cNvPr>
            <p:cNvSpPr/>
            <p:nvPr/>
          </p:nvSpPr>
          <p:spPr>
            <a:xfrm>
              <a:off x="17207315" y="1954312"/>
              <a:ext cx="4241952" cy="2683007"/>
            </a:xfrm>
            <a:prstGeom prst="homePlat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C20F93A-7166-0E33-49F5-3DE7523C4DE8}"/>
              </a:ext>
            </a:extLst>
          </p:cNvPr>
          <p:cNvGrpSpPr/>
          <p:nvPr/>
        </p:nvGrpSpPr>
        <p:grpSpPr>
          <a:xfrm>
            <a:off x="734427" y="15875"/>
            <a:ext cx="6437482" cy="11309350"/>
            <a:chOff x="8040770" y="19886"/>
            <a:chExt cx="5084485" cy="113093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CDE421F-3DB7-D4F1-82C2-F5AB46A81319}"/>
                </a:ext>
              </a:extLst>
            </p:cNvPr>
            <p:cNvSpPr/>
            <p:nvPr/>
          </p:nvSpPr>
          <p:spPr>
            <a:xfrm>
              <a:off x="8040770" y="19886"/>
              <a:ext cx="4008521" cy="113093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Arrow: Pentagon 12">
              <a:extLst>
                <a:ext uri="{FF2B5EF4-FFF2-40B4-BE49-F238E27FC236}">
                  <a16:creationId xmlns:a16="http://schemas.microsoft.com/office/drawing/2014/main" id="{5A106CFE-B056-03EC-2E2F-2D27C2FA6BAE}"/>
                </a:ext>
              </a:extLst>
            </p:cNvPr>
            <p:cNvSpPr/>
            <p:nvPr/>
          </p:nvSpPr>
          <p:spPr>
            <a:xfrm>
              <a:off x="9774855" y="1958324"/>
              <a:ext cx="3350400" cy="2683007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00BEF7C-6AFF-B7F8-02DA-F3A8296E1658}"/>
              </a:ext>
            </a:extLst>
          </p:cNvPr>
          <p:cNvSpPr txBox="1"/>
          <p:nvPr/>
        </p:nvSpPr>
        <p:spPr>
          <a:xfrm>
            <a:off x="219368" y="775435"/>
            <a:ext cx="3733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astellar" panose="020A0402060406010301" pitchFamily="18" charset="0"/>
              </a:rPr>
              <a:t>1940s–1950s: Origins of CNC</a:t>
            </a:r>
            <a:endParaRPr lang="en-IN" sz="2800" dirty="0">
              <a:solidFill>
                <a:schemeClr val="bg1"/>
              </a:solidFill>
              <a:latin typeface="Castellar" panose="020A0402060406010301" pitchFamily="18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5DD0F0-A7CE-76FB-0682-5BB76483F5F5}"/>
              </a:ext>
            </a:extLst>
          </p:cNvPr>
          <p:cNvCxnSpPr>
            <a:cxnSpLocks/>
          </p:cNvCxnSpPr>
          <p:nvPr/>
        </p:nvCxnSpPr>
        <p:spPr>
          <a:xfrm>
            <a:off x="150185" y="2411997"/>
            <a:ext cx="3733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9766DD9-77DB-CFF7-322E-DBD887589BBD}"/>
              </a:ext>
            </a:extLst>
          </p:cNvPr>
          <p:cNvSpPr txBox="1"/>
          <p:nvPr/>
        </p:nvSpPr>
        <p:spPr>
          <a:xfrm>
            <a:off x="374650" y="3978274"/>
            <a:ext cx="28956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John T. Parsons and Frank L.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</a:rPr>
              <a:t>Stulen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 developed the first numerical control (NC) machines using punched cards to automate machine tools, laying the foundation for computer-controlled fabrication.</a:t>
            </a:r>
            <a:endParaRPr lang="en-IN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A92E7AB-61DD-0B21-D8EA-F8DEF5E6E087}"/>
              </a:ext>
            </a:extLst>
          </p:cNvPr>
          <p:cNvGrpSpPr/>
          <p:nvPr/>
        </p:nvGrpSpPr>
        <p:grpSpPr>
          <a:xfrm>
            <a:off x="456661" y="15875"/>
            <a:ext cx="6362928" cy="11309350"/>
            <a:chOff x="5111852" y="0"/>
            <a:chExt cx="6362928" cy="1130935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2077AA1-5C09-DB72-78A6-A59609A37E50}"/>
                </a:ext>
              </a:extLst>
            </p:cNvPr>
            <p:cNvSpPr/>
            <p:nvPr/>
          </p:nvSpPr>
          <p:spPr>
            <a:xfrm>
              <a:off x="5111852" y="0"/>
              <a:ext cx="5028253" cy="113093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Arrow: Pentagon 40">
              <a:extLst>
                <a:ext uri="{FF2B5EF4-FFF2-40B4-BE49-F238E27FC236}">
                  <a16:creationId xmlns:a16="http://schemas.microsoft.com/office/drawing/2014/main" id="{7637B242-5BCC-DDF3-7229-315B17D5C727}"/>
                </a:ext>
              </a:extLst>
            </p:cNvPr>
            <p:cNvSpPr/>
            <p:nvPr/>
          </p:nvSpPr>
          <p:spPr>
            <a:xfrm>
              <a:off x="7232828" y="1954314"/>
              <a:ext cx="4241952" cy="2683007"/>
            </a:xfrm>
            <a:prstGeom prst="homePlat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IN" dirty="0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77B2B9CE-C716-1B24-E5A5-5EB365AC3C0A}"/>
              </a:ext>
            </a:extLst>
          </p:cNvPr>
          <p:cNvSpPr txBox="1"/>
          <p:nvPr/>
        </p:nvSpPr>
        <p:spPr>
          <a:xfrm>
            <a:off x="321014" y="1729542"/>
            <a:ext cx="4609908" cy="9448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1940s–1950s — Origins of CNC</a:t>
            </a:r>
          </a:p>
          <a:p>
            <a:endParaRPr lang="en-US" sz="3200" u="sng" dirty="0">
              <a:solidFill>
                <a:schemeClr val="bg1"/>
              </a:solidFill>
            </a:endParaRPr>
          </a:p>
          <a:p>
            <a:endParaRPr lang="en-US" sz="3200" u="sng" dirty="0">
              <a:solidFill>
                <a:schemeClr val="bg1"/>
              </a:solidFill>
            </a:endParaRPr>
          </a:p>
          <a:p>
            <a:endParaRPr lang="en-US" sz="3200" u="sng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John T. Parsons &amp; Frank L. </a:t>
            </a:r>
            <a:r>
              <a:rPr lang="en-US" sz="3200" dirty="0" err="1">
                <a:solidFill>
                  <a:schemeClr val="bg1"/>
                </a:solidFill>
              </a:rPr>
              <a:t>Stulen</a:t>
            </a:r>
            <a:r>
              <a:rPr lang="en-US" sz="3200" dirty="0">
                <a:solidFill>
                  <a:schemeClr val="bg1"/>
                </a:solidFill>
              </a:rPr>
              <a:t> developed early Numerical Control (NC) machines.</a:t>
            </a:r>
          </a:p>
          <a:p>
            <a:r>
              <a:rPr lang="en-US" sz="3200" dirty="0">
                <a:solidFill>
                  <a:schemeClr val="bg1"/>
                </a:solidFill>
              </a:rPr>
              <a:t>Machines were operated using punched cards instead of manual control.</a:t>
            </a:r>
          </a:p>
          <a:p>
            <a:r>
              <a:rPr lang="en-US" sz="3200" dirty="0">
                <a:solidFill>
                  <a:schemeClr val="bg1"/>
                </a:solidFill>
              </a:rPr>
              <a:t>This laid the foundation for modern computer-controlled manufacturing.</a:t>
            </a:r>
          </a:p>
          <a:p>
            <a:endParaRPr lang="en-IN" sz="3200" dirty="0">
              <a:solidFill>
                <a:schemeClr val="bg1"/>
              </a:solidFill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F5F3911-CF20-AE1B-1C08-139C4EBAB790}"/>
              </a:ext>
            </a:extLst>
          </p:cNvPr>
          <p:cNvGrpSpPr/>
          <p:nvPr/>
        </p:nvGrpSpPr>
        <p:grpSpPr>
          <a:xfrm>
            <a:off x="10089" y="15875"/>
            <a:ext cx="6402421" cy="11309350"/>
            <a:chOff x="26919" y="-15875"/>
            <a:chExt cx="6402421" cy="1130935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6A38762-C139-DCF9-7558-DC5426D02BDE}"/>
                </a:ext>
              </a:extLst>
            </p:cNvPr>
            <p:cNvSpPr/>
            <p:nvPr/>
          </p:nvSpPr>
          <p:spPr>
            <a:xfrm>
              <a:off x="26919" y="-15875"/>
              <a:ext cx="5100243" cy="1130935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0" name="Arrow: Pentagon 39">
              <a:extLst>
                <a:ext uri="{FF2B5EF4-FFF2-40B4-BE49-F238E27FC236}">
                  <a16:creationId xmlns:a16="http://schemas.microsoft.com/office/drawing/2014/main" id="{5B5E6A60-1E92-99C3-D9C4-40A01DAF50E8}"/>
                </a:ext>
              </a:extLst>
            </p:cNvPr>
            <p:cNvSpPr/>
            <p:nvPr/>
          </p:nvSpPr>
          <p:spPr>
            <a:xfrm>
              <a:off x="2187388" y="1954314"/>
              <a:ext cx="4241952" cy="2683007"/>
            </a:xfrm>
            <a:prstGeom prst="homePlat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2312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A04DE-5DA8-1D7E-192D-55EC58E2D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B28F5DA-9617-FEB6-91ED-0BEB9B0901A2}"/>
              </a:ext>
            </a:extLst>
          </p:cNvPr>
          <p:cNvSpPr/>
          <p:nvPr/>
        </p:nvSpPr>
        <p:spPr>
          <a:xfrm>
            <a:off x="15187700" y="15875"/>
            <a:ext cx="4940131" cy="113093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FAD1DEA-82C6-1CE0-C197-5933A0367F5F}"/>
              </a:ext>
            </a:extLst>
          </p:cNvPr>
          <p:cNvGrpSpPr/>
          <p:nvPr/>
        </p:nvGrpSpPr>
        <p:grpSpPr>
          <a:xfrm>
            <a:off x="10112499" y="15875"/>
            <a:ext cx="6437482" cy="11309350"/>
            <a:chOff x="8040770" y="19886"/>
            <a:chExt cx="5084485" cy="113093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DC6AD95-722D-C5F5-C072-D614FD6EF208}"/>
                </a:ext>
              </a:extLst>
            </p:cNvPr>
            <p:cNvSpPr/>
            <p:nvPr/>
          </p:nvSpPr>
          <p:spPr>
            <a:xfrm>
              <a:off x="8040770" y="19886"/>
              <a:ext cx="4008521" cy="113093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Arrow: Pentagon 12">
              <a:extLst>
                <a:ext uri="{FF2B5EF4-FFF2-40B4-BE49-F238E27FC236}">
                  <a16:creationId xmlns:a16="http://schemas.microsoft.com/office/drawing/2014/main" id="{2D1714BE-D468-5EF5-42D3-E005D44B90A6}"/>
                </a:ext>
              </a:extLst>
            </p:cNvPr>
            <p:cNvSpPr/>
            <p:nvPr/>
          </p:nvSpPr>
          <p:spPr>
            <a:xfrm>
              <a:off x="9774855" y="1958324"/>
              <a:ext cx="3350400" cy="2683007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0C45296-91ED-9805-59ED-C36526BE8C06}"/>
              </a:ext>
            </a:extLst>
          </p:cNvPr>
          <p:cNvSpPr txBox="1"/>
          <p:nvPr/>
        </p:nvSpPr>
        <p:spPr>
          <a:xfrm>
            <a:off x="219368" y="775435"/>
            <a:ext cx="3733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astellar" panose="020A0402060406010301" pitchFamily="18" charset="0"/>
              </a:rPr>
              <a:t>1940s–1950s: Origins of CNC</a:t>
            </a:r>
            <a:endParaRPr lang="en-IN" sz="2800" dirty="0">
              <a:solidFill>
                <a:schemeClr val="bg1"/>
              </a:solidFill>
              <a:latin typeface="Castellar" panose="020A0402060406010301" pitchFamily="18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8B447F1-3225-53A4-01BD-4417B6913A46}"/>
              </a:ext>
            </a:extLst>
          </p:cNvPr>
          <p:cNvCxnSpPr>
            <a:cxnSpLocks/>
          </p:cNvCxnSpPr>
          <p:nvPr/>
        </p:nvCxnSpPr>
        <p:spPr>
          <a:xfrm>
            <a:off x="150185" y="2411997"/>
            <a:ext cx="3733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9F5A438-0E91-DB26-776B-813A802AE97E}"/>
              </a:ext>
            </a:extLst>
          </p:cNvPr>
          <p:cNvSpPr txBox="1"/>
          <p:nvPr/>
        </p:nvSpPr>
        <p:spPr>
          <a:xfrm>
            <a:off x="374650" y="3978274"/>
            <a:ext cx="28956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John T. Parsons and Frank L.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</a:rPr>
              <a:t>Stulen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 developed the first numerical control (NC) machines using punched cards to automate machine tools, laying the foundation for computer-controlled fabrication.</a:t>
            </a:r>
            <a:endParaRPr lang="en-IN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3F2518-9BFD-D59A-9382-D6FD3DFBD267}"/>
              </a:ext>
            </a:extLst>
          </p:cNvPr>
          <p:cNvSpPr/>
          <p:nvPr/>
        </p:nvSpPr>
        <p:spPr>
          <a:xfrm>
            <a:off x="5111852" y="0"/>
            <a:ext cx="5028253" cy="113093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305B521-B93F-C142-8376-91C5B7E24520}"/>
              </a:ext>
            </a:extLst>
          </p:cNvPr>
          <p:cNvGrpSpPr/>
          <p:nvPr/>
        </p:nvGrpSpPr>
        <p:grpSpPr>
          <a:xfrm>
            <a:off x="10089" y="15875"/>
            <a:ext cx="6402421" cy="11309350"/>
            <a:chOff x="26919" y="-15875"/>
            <a:chExt cx="6402421" cy="1130935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D82C5F0-F813-A477-91D4-C1CC98B3D8C4}"/>
                </a:ext>
              </a:extLst>
            </p:cNvPr>
            <p:cNvSpPr/>
            <p:nvPr/>
          </p:nvSpPr>
          <p:spPr>
            <a:xfrm>
              <a:off x="26919" y="-15875"/>
              <a:ext cx="5100243" cy="1130935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0" name="Arrow: Pentagon 39">
              <a:extLst>
                <a:ext uri="{FF2B5EF4-FFF2-40B4-BE49-F238E27FC236}">
                  <a16:creationId xmlns:a16="http://schemas.microsoft.com/office/drawing/2014/main" id="{E41AFFC3-75ED-B50C-5F89-88504BC70F34}"/>
                </a:ext>
              </a:extLst>
            </p:cNvPr>
            <p:cNvSpPr/>
            <p:nvPr/>
          </p:nvSpPr>
          <p:spPr>
            <a:xfrm>
              <a:off x="2187388" y="1954314"/>
              <a:ext cx="4241952" cy="2683007"/>
            </a:xfrm>
            <a:prstGeom prst="homePlat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  <p:sp>
        <p:nvSpPr>
          <p:cNvPr id="41" name="Arrow: Pentagon 40">
            <a:extLst>
              <a:ext uri="{FF2B5EF4-FFF2-40B4-BE49-F238E27FC236}">
                <a16:creationId xmlns:a16="http://schemas.microsoft.com/office/drawing/2014/main" id="{4905E459-EBBC-1D74-720C-896E4C8545FF}"/>
              </a:ext>
            </a:extLst>
          </p:cNvPr>
          <p:cNvSpPr/>
          <p:nvPr/>
        </p:nvSpPr>
        <p:spPr>
          <a:xfrm>
            <a:off x="7232828" y="1954314"/>
            <a:ext cx="4241952" cy="2683007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44D003-28DA-6EB3-0C1D-83D92AC052F3}"/>
              </a:ext>
            </a:extLst>
          </p:cNvPr>
          <p:cNvSpPr txBox="1"/>
          <p:nvPr/>
        </p:nvSpPr>
        <p:spPr>
          <a:xfrm>
            <a:off x="321014" y="1729542"/>
            <a:ext cx="4609908" cy="9448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1940s–1950s — Origins of CNC</a:t>
            </a:r>
          </a:p>
          <a:p>
            <a:endParaRPr lang="en-US" sz="3200" u="sng" dirty="0">
              <a:solidFill>
                <a:schemeClr val="bg1"/>
              </a:solidFill>
            </a:endParaRPr>
          </a:p>
          <a:p>
            <a:endParaRPr lang="en-US" sz="3200" u="sng" dirty="0">
              <a:solidFill>
                <a:schemeClr val="bg1"/>
              </a:solidFill>
            </a:endParaRPr>
          </a:p>
          <a:p>
            <a:endParaRPr lang="en-US" sz="3200" u="sng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John T. Parsons &amp; Frank L. </a:t>
            </a:r>
            <a:r>
              <a:rPr lang="en-US" sz="3200" dirty="0" err="1">
                <a:solidFill>
                  <a:schemeClr val="bg1"/>
                </a:solidFill>
              </a:rPr>
              <a:t>Stulen</a:t>
            </a:r>
            <a:r>
              <a:rPr lang="en-US" sz="3200" dirty="0">
                <a:solidFill>
                  <a:schemeClr val="bg1"/>
                </a:solidFill>
              </a:rPr>
              <a:t> developed early Numerical Control (NC) machines.</a:t>
            </a:r>
          </a:p>
          <a:p>
            <a:r>
              <a:rPr lang="en-US" sz="3200" dirty="0">
                <a:solidFill>
                  <a:schemeClr val="bg1"/>
                </a:solidFill>
              </a:rPr>
              <a:t>Machines were operated using punched cards instead of manual control.</a:t>
            </a:r>
          </a:p>
          <a:p>
            <a:r>
              <a:rPr lang="en-US" sz="3200" dirty="0">
                <a:solidFill>
                  <a:schemeClr val="bg1"/>
                </a:solidFill>
              </a:rPr>
              <a:t>This laid the foundation for modern computer-controlled manufacturing.</a:t>
            </a:r>
          </a:p>
          <a:p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D591BA-985E-C7C0-2794-9535437F77C5}"/>
              </a:ext>
            </a:extLst>
          </p:cNvPr>
          <p:cNvSpPr txBox="1"/>
          <p:nvPr/>
        </p:nvSpPr>
        <p:spPr>
          <a:xfrm>
            <a:off x="5627615" y="1694675"/>
            <a:ext cx="4609908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1960s–1970s —                            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CAD/CAM    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Development 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 </a:t>
            </a: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Introduction of computers into design and manufacturing.</a:t>
            </a:r>
          </a:p>
          <a:p>
            <a:r>
              <a:rPr lang="en-US" sz="3200" dirty="0">
                <a:solidFill>
                  <a:schemeClr val="bg1"/>
                </a:solidFill>
              </a:rPr>
              <a:t>Engineers could create digital models using CAD.</a:t>
            </a:r>
          </a:p>
          <a:p>
            <a:r>
              <a:rPr lang="en-US" sz="3200" dirty="0">
                <a:solidFill>
                  <a:schemeClr val="bg1"/>
                </a:solidFill>
              </a:rPr>
              <a:t>These designs were converted into machine instructions using </a:t>
            </a:r>
            <a:r>
              <a:rPr lang="en-US" sz="3200" b="1" dirty="0">
                <a:solidFill>
                  <a:schemeClr val="bg1"/>
                </a:solidFill>
              </a:rPr>
              <a:t>CAM</a:t>
            </a:r>
            <a:r>
              <a:rPr lang="en-US" sz="3200" dirty="0">
                <a:solidFill>
                  <a:schemeClr val="bg1"/>
                </a:solidFill>
              </a:rPr>
              <a:t>.</a:t>
            </a:r>
          </a:p>
          <a:p>
            <a:r>
              <a:rPr lang="en-US" sz="3200" dirty="0">
                <a:solidFill>
                  <a:schemeClr val="bg1"/>
                </a:solidFill>
              </a:rPr>
              <a:t>Widely adopted in aerospace and automobile industries.</a:t>
            </a:r>
          </a:p>
          <a:p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39E3C8-8B72-2EAB-C119-2D95209C742C}"/>
              </a:ext>
            </a:extLst>
          </p:cNvPr>
          <p:cNvSpPr txBox="1"/>
          <p:nvPr/>
        </p:nvSpPr>
        <p:spPr>
          <a:xfrm>
            <a:off x="10605398" y="1739977"/>
            <a:ext cx="4609908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</a:t>
            </a:r>
            <a:r>
              <a:rPr lang="en-US" sz="3200" b="1" dirty="0">
                <a:solidFill>
                  <a:schemeClr val="tx1"/>
                </a:solidFill>
              </a:rPr>
              <a:t>1980s — Birth of 3D</a:t>
            </a:r>
          </a:p>
          <a:p>
            <a:r>
              <a:rPr lang="en-US" sz="3200" b="1" dirty="0">
                <a:solidFill>
                  <a:schemeClr val="tx1"/>
                </a:solidFill>
              </a:rPr>
              <a:t>     Rapid Prototyping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endParaRPr lang="en-US" sz="3200" b="1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1981: Hideo Kodama proposed layer-based 3D modeling.</a:t>
            </a:r>
          </a:p>
          <a:p>
            <a:r>
              <a:rPr lang="en-US" sz="3200" dirty="0">
                <a:solidFill>
                  <a:schemeClr val="bg1"/>
                </a:solidFill>
              </a:rPr>
              <a:t>1986: Chuck Hull invented and patented </a:t>
            </a:r>
            <a:r>
              <a:rPr lang="en-US" sz="3200" b="1" dirty="0">
                <a:solidFill>
                  <a:schemeClr val="bg1"/>
                </a:solidFill>
              </a:rPr>
              <a:t>Stereolithography (SLA)</a:t>
            </a:r>
            <a:r>
              <a:rPr lang="en-US" sz="3200" dirty="0">
                <a:solidFill>
                  <a:schemeClr val="bg1"/>
                </a:solidFill>
              </a:rPr>
              <a:t>.</a:t>
            </a:r>
          </a:p>
          <a:p>
            <a:r>
              <a:rPr lang="en-US" sz="3200" dirty="0">
                <a:solidFill>
                  <a:schemeClr val="bg1"/>
                </a:solidFill>
              </a:rPr>
              <a:t>Objects were built </a:t>
            </a:r>
            <a:r>
              <a:rPr lang="en-US" sz="3200" b="1" dirty="0">
                <a:solidFill>
                  <a:schemeClr val="bg1"/>
                </a:solidFill>
              </a:rPr>
              <a:t>layer </a:t>
            </a:r>
            <a:r>
              <a:rPr lang="en-US" sz="3200" dirty="0">
                <a:solidFill>
                  <a:schemeClr val="bg1"/>
                </a:solidFill>
              </a:rPr>
              <a:t>by layer instead of cutting material away.</a:t>
            </a:r>
          </a:p>
          <a:p>
            <a:r>
              <a:rPr lang="en-US" sz="3200" dirty="0">
                <a:solidFill>
                  <a:schemeClr val="bg1"/>
                </a:solidFill>
              </a:rPr>
              <a:t>Initially used mainly for prototypes.</a:t>
            </a:r>
          </a:p>
          <a:p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473163C-527E-D062-DF69-9770B2D7A8D8}"/>
              </a:ext>
            </a:extLst>
          </p:cNvPr>
          <p:cNvSpPr txBox="1"/>
          <p:nvPr/>
        </p:nvSpPr>
        <p:spPr>
          <a:xfrm>
            <a:off x="15583181" y="1753014"/>
            <a:ext cx="4609908" cy="7971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</a:t>
            </a:r>
            <a:r>
              <a:rPr lang="en-US" sz="3200" b="1" dirty="0">
                <a:solidFill>
                  <a:schemeClr val="tx1"/>
                </a:solidFill>
              </a:rPr>
              <a:t>1990s–Present —  </a:t>
            </a:r>
          </a:p>
          <a:p>
            <a:r>
              <a:rPr lang="en-US" sz="3200" b="1" dirty="0">
                <a:solidFill>
                  <a:schemeClr val="tx1"/>
                </a:solidFill>
              </a:rPr>
              <a:t>       Maker Movement </a:t>
            </a:r>
          </a:p>
          <a:p>
            <a:r>
              <a:rPr lang="en-US" sz="3200" b="1" dirty="0">
                <a:solidFill>
                  <a:schemeClr val="tx1"/>
                </a:solidFill>
              </a:rPr>
              <a:t>          and Advanced</a:t>
            </a:r>
          </a:p>
          <a:p>
            <a:r>
              <a:rPr lang="en-US" sz="3200" b="1" dirty="0">
                <a:solidFill>
                  <a:schemeClr val="tx1"/>
                </a:solidFill>
              </a:rPr>
              <a:t>         Fabrication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RepRap project made low-cost, self-replicating 3D printers.</a:t>
            </a:r>
          </a:p>
          <a:p>
            <a:r>
              <a:rPr lang="en-US" sz="3200" dirty="0">
                <a:solidFill>
                  <a:schemeClr val="bg1"/>
                </a:solidFill>
              </a:rPr>
              <a:t>Growth of Fab Labs and Makerspaces worldwide.</a:t>
            </a:r>
          </a:p>
          <a:p>
            <a:r>
              <a:rPr lang="en-US" sz="3200" dirty="0">
                <a:solidFill>
                  <a:schemeClr val="bg1"/>
                </a:solidFill>
              </a:rPr>
              <a:t>Today includes robotics, construction 3D printing, and smart factories (Industry 4.0).</a:t>
            </a:r>
          </a:p>
          <a:p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899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2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2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2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2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2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2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2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2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/>
      <p:bldP spid="41" grpId="0" animBg="1"/>
      <p:bldP spid="44" grpId="0"/>
      <p:bldP spid="48" grpId="0"/>
      <p:bldP spid="49" grpId="0"/>
      <p:bldP spid="5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6789ABA-BD3D-5868-0892-21A06A272529}"/>
              </a:ext>
            </a:extLst>
          </p:cNvPr>
          <p:cNvGrpSpPr/>
          <p:nvPr/>
        </p:nvGrpSpPr>
        <p:grpSpPr>
          <a:xfrm>
            <a:off x="222282" y="1598604"/>
            <a:ext cx="6480000" cy="9360000"/>
            <a:chOff x="332050" y="1033022"/>
            <a:chExt cx="6480000" cy="93600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3BDE28E-35C7-A6EB-30AC-4EDC90E81B32}"/>
                </a:ext>
              </a:extLst>
            </p:cNvPr>
            <p:cNvGrpSpPr/>
            <p:nvPr/>
          </p:nvGrpSpPr>
          <p:grpSpPr>
            <a:xfrm>
              <a:off x="332050" y="1033022"/>
              <a:ext cx="6480000" cy="9360000"/>
              <a:chOff x="1052050" y="974675"/>
              <a:chExt cx="6480000" cy="9360000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275688F1-36FE-22BA-880D-3E8C3CAA2760}"/>
                  </a:ext>
                </a:extLst>
              </p:cNvPr>
              <p:cNvSpPr/>
              <p:nvPr/>
            </p:nvSpPr>
            <p:spPr>
              <a:xfrm>
                <a:off x="1052050" y="974675"/>
                <a:ext cx="6480000" cy="9360000"/>
              </a:xfrm>
              <a:custGeom>
                <a:avLst/>
                <a:gdLst>
                  <a:gd name="csX0" fmla="*/ 0 w 5760000"/>
                  <a:gd name="csY0" fmla="*/ 0 h 8280000"/>
                  <a:gd name="csX1" fmla="*/ 5760000 w 5760000"/>
                  <a:gd name="csY1" fmla="*/ 0 h 8280000"/>
                  <a:gd name="csX2" fmla="*/ 5760000 w 5760000"/>
                  <a:gd name="csY2" fmla="*/ 8280000 h 8280000"/>
                  <a:gd name="csX3" fmla="*/ 0 w 5760000"/>
                  <a:gd name="csY3" fmla="*/ 8280000 h 8280000"/>
                  <a:gd name="csX4" fmla="*/ 0 w 5760000"/>
                  <a:gd name="csY4" fmla="*/ 1080000 h 8280000"/>
                  <a:gd name="csX5" fmla="*/ 599998 w 5760000"/>
                  <a:gd name="csY5" fmla="*/ 1080000 h 8280000"/>
                  <a:gd name="csX6" fmla="*/ 720000 w 5760000"/>
                  <a:gd name="csY6" fmla="*/ 959998 h 8280000"/>
                  <a:gd name="csX7" fmla="*/ 720000 w 5760000"/>
                  <a:gd name="csY7" fmla="*/ 480002 h 8280000"/>
                  <a:gd name="csX8" fmla="*/ 599998 w 5760000"/>
                  <a:gd name="csY8" fmla="*/ 360000 h 8280000"/>
                  <a:gd name="csX9" fmla="*/ 0 w 5760000"/>
                  <a:gd name="csY9" fmla="*/ 360000 h 8280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5760000" h="8280000">
                    <a:moveTo>
                      <a:pt x="0" y="0"/>
                    </a:moveTo>
                    <a:lnTo>
                      <a:pt x="5760000" y="0"/>
                    </a:lnTo>
                    <a:lnTo>
                      <a:pt x="5760000" y="8280000"/>
                    </a:lnTo>
                    <a:lnTo>
                      <a:pt x="0" y="8280000"/>
                    </a:lnTo>
                    <a:lnTo>
                      <a:pt x="0" y="1080000"/>
                    </a:lnTo>
                    <a:lnTo>
                      <a:pt x="599998" y="1080000"/>
                    </a:lnTo>
                    <a:cubicBezTo>
                      <a:pt x="666273" y="1080000"/>
                      <a:pt x="720000" y="1026273"/>
                      <a:pt x="720000" y="959998"/>
                    </a:cubicBezTo>
                    <a:lnTo>
                      <a:pt x="720000" y="480002"/>
                    </a:lnTo>
                    <a:cubicBezTo>
                      <a:pt x="720000" y="413727"/>
                      <a:pt x="666273" y="360000"/>
                      <a:pt x="599998" y="360000"/>
                    </a:cubicBezTo>
                    <a:lnTo>
                      <a:pt x="0" y="36000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381000" dist="381000" dir="10800000" algn="r" rotWithShape="0">
                  <a:schemeClr val="accent4">
                    <a:lumMod val="60000"/>
                    <a:lumOff val="4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B80AE3-10FB-539A-CF83-EE2B8D821606}"/>
                  </a:ext>
                </a:extLst>
              </p:cNvPr>
              <p:cNvSpPr txBox="1"/>
              <p:nvPr/>
            </p:nvSpPr>
            <p:spPr>
              <a:xfrm>
                <a:off x="1592050" y="1694675"/>
                <a:ext cx="5760000" cy="7786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b="1" dirty="0"/>
                  <a:t>Faster and More Accurate Manufacturing</a:t>
                </a:r>
              </a:p>
              <a:p>
                <a:endParaRPr lang="en-US" sz="3600" b="1" dirty="0"/>
              </a:p>
              <a:p>
                <a:endParaRPr lang="en-US" sz="3600" b="1" dirty="0"/>
              </a:p>
              <a:p>
                <a:pPr marL="457200" indent="-457200">
                  <a:buFont typeface="Wingdings" panose="05000000000000000000" pitchFamily="2" charset="2"/>
                  <a:buChar char="v"/>
                </a:pPr>
                <a:r>
                  <a:rPr lang="en-US" sz="3200" dirty="0">
                    <a:latin typeface="+mn-lt"/>
                  </a:rPr>
                  <a:t>Machines are controlled by computers, so production is much faster.</a:t>
                </a:r>
              </a:p>
              <a:p>
                <a:pPr marL="457200" indent="-457200">
                  <a:buFont typeface="Wingdings" panose="05000000000000000000" pitchFamily="2" charset="2"/>
                  <a:buChar char="v"/>
                </a:pPr>
                <a:r>
                  <a:rPr lang="en-US" sz="3200" dirty="0">
                    <a:latin typeface="+mn-lt"/>
                  </a:rPr>
                  <a:t>Reduces human error compared to manual methods.</a:t>
                </a:r>
              </a:p>
              <a:p>
                <a:pPr marL="457200" indent="-457200">
                  <a:buFont typeface="Wingdings" panose="05000000000000000000" pitchFamily="2" charset="2"/>
                  <a:buChar char="v"/>
                </a:pPr>
                <a:r>
                  <a:rPr lang="en-US" sz="3200" dirty="0">
                    <a:latin typeface="+mn-lt"/>
                  </a:rPr>
                  <a:t>Ensures high precision and consistent quality in every product.</a:t>
                </a:r>
              </a:p>
              <a:p>
                <a:pPr marL="457200" indent="-457200">
                  <a:buFont typeface="Wingdings" panose="05000000000000000000" pitchFamily="2" charset="2"/>
                  <a:buChar char="v"/>
                </a:pPr>
                <a:r>
                  <a:rPr lang="en-US" sz="3200" dirty="0">
                    <a:latin typeface="+mn-lt"/>
                  </a:rPr>
                  <a:t>Shortens the time from design to final product.</a:t>
                </a:r>
              </a:p>
              <a:p>
                <a:endParaRPr lang="en-IN" sz="36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12C1E51-B643-F79A-E9EA-29CCD5B43F4D}"/>
                </a:ext>
              </a:extLst>
            </p:cNvPr>
            <p:cNvSpPr txBox="1"/>
            <p:nvPr/>
          </p:nvSpPr>
          <p:spPr>
            <a:xfrm>
              <a:off x="512050" y="1563109"/>
              <a:ext cx="72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600" b="1" dirty="0"/>
                <a:t>1.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3F7A975-6819-CAB0-25C9-9B9F1165B084}"/>
              </a:ext>
            </a:extLst>
          </p:cNvPr>
          <p:cNvGrpSpPr/>
          <p:nvPr/>
        </p:nvGrpSpPr>
        <p:grpSpPr>
          <a:xfrm>
            <a:off x="6923191" y="1598604"/>
            <a:ext cx="6480000" cy="9491632"/>
            <a:chOff x="7013191" y="1033022"/>
            <a:chExt cx="6480000" cy="949163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B7664E2-D5A6-E255-8794-BC4C09073746}"/>
                </a:ext>
              </a:extLst>
            </p:cNvPr>
            <p:cNvGrpSpPr/>
            <p:nvPr/>
          </p:nvGrpSpPr>
          <p:grpSpPr>
            <a:xfrm>
              <a:off x="7013191" y="1033022"/>
              <a:ext cx="6480000" cy="9491632"/>
              <a:chOff x="1052050" y="974675"/>
              <a:chExt cx="6480000" cy="9491632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E33A6542-B4BC-57CF-310A-E5FE0F7D556C}"/>
                  </a:ext>
                </a:extLst>
              </p:cNvPr>
              <p:cNvSpPr/>
              <p:nvPr/>
            </p:nvSpPr>
            <p:spPr>
              <a:xfrm>
                <a:off x="1052050" y="974675"/>
                <a:ext cx="6480000" cy="9360000"/>
              </a:xfrm>
              <a:custGeom>
                <a:avLst/>
                <a:gdLst>
                  <a:gd name="csX0" fmla="*/ 0 w 5760000"/>
                  <a:gd name="csY0" fmla="*/ 0 h 8280000"/>
                  <a:gd name="csX1" fmla="*/ 5760000 w 5760000"/>
                  <a:gd name="csY1" fmla="*/ 0 h 8280000"/>
                  <a:gd name="csX2" fmla="*/ 5760000 w 5760000"/>
                  <a:gd name="csY2" fmla="*/ 8280000 h 8280000"/>
                  <a:gd name="csX3" fmla="*/ 0 w 5760000"/>
                  <a:gd name="csY3" fmla="*/ 8280000 h 8280000"/>
                  <a:gd name="csX4" fmla="*/ 0 w 5760000"/>
                  <a:gd name="csY4" fmla="*/ 1080000 h 8280000"/>
                  <a:gd name="csX5" fmla="*/ 599998 w 5760000"/>
                  <a:gd name="csY5" fmla="*/ 1080000 h 8280000"/>
                  <a:gd name="csX6" fmla="*/ 720000 w 5760000"/>
                  <a:gd name="csY6" fmla="*/ 959998 h 8280000"/>
                  <a:gd name="csX7" fmla="*/ 720000 w 5760000"/>
                  <a:gd name="csY7" fmla="*/ 480002 h 8280000"/>
                  <a:gd name="csX8" fmla="*/ 599998 w 5760000"/>
                  <a:gd name="csY8" fmla="*/ 360000 h 8280000"/>
                  <a:gd name="csX9" fmla="*/ 0 w 5760000"/>
                  <a:gd name="csY9" fmla="*/ 360000 h 8280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5760000" h="8280000">
                    <a:moveTo>
                      <a:pt x="0" y="0"/>
                    </a:moveTo>
                    <a:lnTo>
                      <a:pt x="5760000" y="0"/>
                    </a:lnTo>
                    <a:lnTo>
                      <a:pt x="5760000" y="8280000"/>
                    </a:lnTo>
                    <a:lnTo>
                      <a:pt x="0" y="8280000"/>
                    </a:lnTo>
                    <a:lnTo>
                      <a:pt x="0" y="1080000"/>
                    </a:lnTo>
                    <a:lnTo>
                      <a:pt x="599998" y="1080000"/>
                    </a:lnTo>
                    <a:cubicBezTo>
                      <a:pt x="666273" y="1080000"/>
                      <a:pt x="720000" y="1026273"/>
                      <a:pt x="720000" y="959998"/>
                    </a:cubicBezTo>
                    <a:lnTo>
                      <a:pt x="720000" y="480002"/>
                    </a:lnTo>
                    <a:cubicBezTo>
                      <a:pt x="720000" y="413727"/>
                      <a:pt x="666273" y="360000"/>
                      <a:pt x="599998" y="360000"/>
                    </a:cubicBezTo>
                    <a:lnTo>
                      <a:pt x="0" y="360000"/>
                    </a:ln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381000" dist="381000" dir="10800000" algn="r" rotWithShape="0">
                  <a:schemeClr val="accent5">
                    <a:lumMod val="40000"/>
                    <a:lumOff val="6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F22F08-BE59-AC6C-2FBE-50F801E0B0A1}"/>
                  </a:ext>
                </a:extLst>
              </p:cNvPr>
              <p:cNvSpPr txBox="1"/>
              <p:nvPr/>
            </p:nvSpPr>
            <p:spPr>
              <a:xfrm>
                <a:off x="1592050" y="1694675"/>
                <a:ext cx="5760000" cy="877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b="1" dirty="0"/>
                  <a:t>Flexibility and Complex Design Capability</a:t>
                </a:r>
              </a:p>
              <a:p>
                <a:pPr algn="ctr"/>
                <a:endParaRPr lang="en-US" sz="3600" b="1" dirty="0"/>
              </a:p>
              <a:p>
                <a:endParaRPr lang="en-US" sz="3600" b="1" dirty="0"/>
              </a:p>
              <a:p>
                <a:pPr marL="457200" indent="-457200">
                  <a:buFont typeface="Wingdings" panose="05000000000000000000" pitchFamily="2" charset="2"/>
                  <a:buChar char="v"/>
                </a:pPr>
                <a:r>
                  <a:rPr lang="en-US" sz="3200" dirty="0">
                    <a:latin typeface="+mn-lt"/>
                  </a:rPr>
                  <a:t>Digital fabrication can create very complex shapes and structures that are impossible with traditional machines.</a:t>
                </a:r>
              </a:p>
              <a:p>
                <a:pPr marL="457200" indent="-457200">
                  <a:buFont typeface="Wingdings" panose="05000000000000000000" pitchFamily="2" charset="2"/>
                  <a:buChar char="v"/>
                </a:pPr>
                <a:r>
                  <a:rPr lang="en-US" sz="3200" dirty="0">
                    <a:latin typeface="+mn-lt"/>
                  </a:rPr>
                  <a:t>Designers can easily modify designs on a computer without remaking tools.</a:t>
                </a:r>
              </a:p>
              <a:p>
                <a:pPr marL="457200" indent="-457200">
                  <a:buFont typeface="Wingdings" panose="05000000000000000000" pitchFamily="2" charset="2"/>
                  <a:buChar char="v"/>
                </a:pPr>
                <a:r>
                  <a:rPr lang="en-US" sz="3200" dirty="0">
                    <a:latin typeface="+mn-lt"/>
                  </a:rPr>
                  <a:t>Supports multi-material and lightweight designs.</a:t>
                </a:r>
              </a:p>
              <a:p>
                <a:pPr marL="457200" indent="-457200">
                  <a:buFont typeface="Wingdings" panose="05000000000000000000" pitchFamily="2" charset="2"/>
                  <a:buChar char="v"/>
                </a:pPr>
                <a:r>
                  <a:rPr lang="en-US" sz="3200" dirty="0">
                    <a:latin typeface="+mn-lt"/>
                  </a:rPr>
                  <a:t>Widely used in architecture, aerospace, and advanced engineering projects.</a:t>
                </a:r>
              </a:p>
              <a:p>
                <a:endParaRPr lang="en-IN" sz="3600" dirty="0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EB23362-23E9-0AE4-F067-D6E471BCAB76}"/>
                </a:ext>
              </a:extLst>
            </p:cNvPr>
            <p:cNvSpPr txBox="1"/>
            <p:nvPr/>
          </p:nvSpPr>
          <p:spPr>
            <a:xfrm>
              <a:off x="7013191" y="1499814"/>
              <a:ext cx="72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600" b="1" dirty="0"/>
                <a:t>2.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BCA9C99-1578-A115-9D8F-BA528D254E4B}"/>
              </a:ext>
            </a:extLst>
          </p:cNvPr>
          <p:cNvGrpSpPr/>
          <p:nvPr/>
        </p:nvGrpSpPr>
        <p:grpSpPr>
          <a:xfrm>
            <a:off x="13614150" y="1598604"/>
            <a:ext cx="6267668" cy="9363267"/>
            <a:chOff x="13624100" y="1033022"/>
            <a:chExt cx="6480000" cy="9360000"/>
          </a:xfrm>
          <a:effectLst>
            <a:outerShdw blurRad="381000" dist="381000" dir="10800000" sx="90000" sy="90000" algn="r" rotWithShape="0">
              <a:schemeClr val="tx2">
                <a:lumMod val="20000"/>
                <a:lumOff val="80000"/>
                <a:alpha val="40000"/>
              </a:schemeClr>
            </a:outerShdw>
          </a:effectLst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B5D7EF-B66B-14D9-FB4D-3BA1EAAFA057}"/>
                </a:ext>
              </a:extLst>
            </p:cNvPr>
            <p:cNvGrpSpPr/>
            <p:nvPr/>
          </p:nvGrpSpPr>
          <p:grpSpPr>
            <a:xfrm>
              <a:off x="13624100" y="1033022"/>
              <a:ext cx="6480000" cy="9360000"/>
              <a:chOff x="1052050" y="974675"/>
              <a:chExt cx="6480000" cy="9360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15BF58-D129-8E4A-F802-F160203BC142}"/>
                  </a:ext>
                </a:extLst>
              </p:cNvPr>
              <p:cNvSpPr/>
              <p:nvPr/>
            </p:nvSpPr>
            <p:spPr>
              <a:xfrm>
                <a:off x="1052050" y="974675"/>
                <a:ext cx="6480000" cy="9360000"/>
              </a:xfrm>
              <a:custGeom>
                <a:avLst/>
                <a:gdLst>
                  <a:gd name="csX0" fmla="*/ 0 w 5760000"/>
                  <a:gd name="csY0" fmla="*/ 0 h 8280000"/>
                  <a:gd name="csX1" fmla="*/ 5760000 w 5760000"/>
                  <a:gd name="csY1" fmla="*/ 0 h 8280000"/>
                  <a:gd name="csX2" fmla="*/ 5760000 w 5760000"/>
                  <a:gd name="csY2" fmla="*/ 8280000 h 8280000"/>
                  <a:gd name="csX3" fmla="*/ 0 w 5760000"/>
                  <a:gd name="csY3" fmla="*/ 8280000 h 8280000"/>
                  <a:gd name="csX4" fmla="*/ 0 w 5760000"/>
                  <a:gd name="csY4" fmla="*/ 1080000 h 8280000"/>
                  <a:gd name="csX5" fmla="*/ 599998 w 5760000"/>
                  <a:gd name="csY5" fmla="*/ 1080000 h 8280000"/>
                  <a:gd name="csX6" fmla="*/ 720000 w 5760000"/>
                  <a:gd name="csY6" fmla="*/ 959998 h 8280000"/>
                  <a:gd name="csX7" fmla="*/ 720000 w 5760000"/>
                  <a:gd name="csY7" fmla="*/ 480002 h 8280000"/>
                  <a:gd name="csX8" fmla="*/ 599998 w 5760000"/>
                  <a:gd name="csY8" fmla="*/ 360000 h 8280000"/>
                  <a:gd name="csX9" fmla="*/ 0 w 5760000"/>
                  <a:gd name="csY9" fmla="*/ 360000 h 8280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5760000" h="8280000">
                    <a:moveTo>
                      <a:pt x="0" y="0"/>
                    </a:moveTo>
                    <a:lnTo>
                      <a:pt x="5760000" y="0"/>
                    </a:lnTo>
                    <a:lnTo>
                      <a:pt x="5760000" y="8280000"/>
                    </a:lnTo>
                    <a:lnTo>
                      <a:pt x="0" y="8280000"/>
                    </a:lnTo>
                    <a:lnTo>
                      <a:pt x="0" y="1080000"/>
                    </a:lnTo>
                    <a:lnTo>
                      <a:pt x="599998" y="1080000"/>
                    </a:lnTo>
                    <a:cubicBezTo>
                      <a:pt x="666273" y="1080000"/>
                      <a:pt x="720000" y="1026273"/>
                      <a:pt x="720000" y="959998"/>
                    </a:cubicBezTo>
                    <a:lnTo>
                      <a:pt x="720000" y="480002"/>
                    </a:lnTo>
                    <a:cubicBezTo>
                      <a:pt x="720000" y="413727"/>
                      <a:pt x="666273" y="360000"/>
                      <a:pt x="599998" y="360000"/>
                    </a:cubicBezTo>
                    <a:lnTo>
                      <a:pt x="0" y="360000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381000" dist="381000" dir="10800000" algn="r" rotWithShape="0">
                  <a:schemeClr val="accent1">
                    <a:lumMod val="20000"/>
                    <a:lumOff val="8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970B4E4-3D97-DB17-5F11-A503ED74B0D9}"/>
                  </a:ext>
                </a:extLst>
              </p:cNvPr>
              <p:cNvSpPr txBox="1"/>
              <p:nvPr/>
            </p:nvSpPr>
            <p:spPr>
              <a:xfrm>
                <a:off x="1592050" y="1694675"/>
                <a:ext cx="5760000" cy="7786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b="1" dirty="0"/>
                  <a:t>Cost-Effective and Sustainable Production</a:t>
                </a:r>
              </a:p>
              <a:p>
                <a:endParaRPr lang="en-US" sz="3600" b="1" dirty="0"/>
              </a:p>
              <a:p>
                <a:endParaRPr lang="en-US" sz="3600" b="1" dirty="0"/>
              </a:p>
              <a:p>
                <a:pPr marL="457200" indent="-457200">
                  <a:buFont typeface="Wingdings" panose="05000000000000000000" pitchFamily="2" charset="2"/>
                  <a:buChar char="v"/>
                </a:pPr>
                <a:r>
                  <a:rPr lang="en-US" sz="3200" dirty="0">
                    <a:latin typeface="+mn-lt"/>
                  </a:rPr>
                  <a:t>Reduces material waste by using only what is needed.</a:t>
                </a:r>
              </a:p>
              <a:p>
                <a:pPr marL="457200" indent="-457200">
                  <a:buFont typeface="Wingdings" panose="05000000000000000000" pitchFamily="2" charset="2"/>
                  <a:buChar char="v"/>
                </a:pPr>
                <a:r>
                  <a:rPr lang="en-US" sz="3200" dirty="0">
                    <a:latin typeface="+mn-lt"/>
                  </a:rPr>
                  <a:t>Lowers manufacturing and labor costs, especially for small batches.</a:t>
                </a:r>
              </a:p>
              <a:p>
                <a:pPr marL="457200" indent="-457200">
                  <a:buFont typeface="Wingdings" panose="05000000000000000000" pitchFamily="2" charset="2"/>
                  <a:buChar char="v"/>
                </a:pPr>
                <a:r>
                  <a:rPr lang="en-US" sz="3200" dirty="0">
                    <a:latin typeface="+mn-lt"/>
                  </a:rPr>
                  <a:t>Supports lightweight and eco-friendly designs.</a:t>
                </a:r>
              </a:p>
              <a:p>
                <a:pPr marL="457200" indent="-457200">
                  <a:buFont typeface="Wingdings" panose="05000000000000000000" pitchFamily="2" charset="2"/>
                  <a:buChar char="v"/>
                </a:pPr>
                <a:r>
                  <a:rPr lang="en-US" sz="3200" dirty="0">
                    <a:latin typeface="+mn-lt"/>
                  </a:rPr>
                  <a:t>Helps small businesses and startups create products at low cost.</a:t>
                </a:r>
              </a:p>
              <a:p>
                <a:endParaRPr lang="en-IN" sz="3600" dirty="0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68C000F-29F0-A254-A1C0-96535EFFFFAD}"/>
                </a:ext>
              </a:extLst>
            </p:cNvPr>
            <p:cNvSpPr txBox="1"/>
            <p:nvPr/>
          </p:nvSpPr>
          <p:spPr>
            <a:xfrm>
              <a:off x="13694332" y="1563109"/>
              <a:ext cx="72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600" b="1" dirty="0"/>
                <a:t>3.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9F205AF-CD12-467F-1532-139A934E3CA0}"/>
              </a:ext>
            </a:extLst>
          </p:cNvPr>
          <p:cNvSpPr txBox="1"/>
          <p:nvPr/>
        </p:nvSpPr>
        <p:spPr>
          <a:xfrm>
            <a:off x="441000" y="320470"/>
            <a:ext cx="19222100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atin typeface="Cooper Black" panose="0208090404030B020404" pitchFamily="18" charset="0"/>
              </a:rPr>
              <a:t>SIGNIFICANCE OF DIGITAL FABRICATION</a:t>
            </a:r>
          </a:p>
        </p:txBody>
      </p:sp>
      <p:pic>
        <p:nvPicPr>
          <p:cNvPr id="1026" name="Picture 2" descr="High Production Icon: Over 77,416 Royalty-Free Licensable Stock  Illustrations &amp; Drawings | Shutterstock">
            <a:extLst>
              <a:ext uri="{FF2B5EF4-FFF2-40B4-BE49-F238E27FC236}">
                <a16:creationId xmlns:a16="http://schemas.microsoft.com/office/drawing/2014/main" id="{6E442B04-02FB-CD8D-B8FF-99C47CF1D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5297" y1="30662" x2="70000" y2="23214"/>
                        <a14:foregroundMark x1="53882" y1="31378" x2="54548" y2="31041"/>
                        <a14:foregroundMark x1="23462" y1="46786" x2="45647" y2="35549"/>
                        <a14:foregroundMark x1="47654" y1="37012" x2="47403" y2="37153"/>
                        <a14:foregroundMark x1="48814" y1="36363" x2="48673" y2="36442"/>
                        <a14:foregroundMark x1="55054" y1="32870" x2="54816" y2="33003"/>
                        <a14:foregroundMark x1="55878" y1="32408" x2="55548" y2="32593"/>
                        <a14:foregroundMark x1="70385" y1="24286" x2="56601" y2="32003"/>
                        <a14:foregroundMark x1="43462" y1="50714" x2="43077" y2="51071"/>
                        <a14:foregroundMark x1="45385" y1="52500" x2="45385" y2="53929"/>
                        <a14:foregroundMark x1="41538" y1="51786" x2="43846" y2="50357"/>
                        <a14:foregroundMark x1="38846" y1="51071" x2="36154" y2="52857"/>
                        <a14:foregroundMark x1="34615" y1="53571" x2="31538" y2="57500"/>
                        <a14:foregroundMark x1="32308" y1="57857" x2="33077" y2="64286"/>
                        <a14:foregroundMark x1="34615" y1="64643" x2="41154" y2="66071"/>
                        <a14:foregroundMark x1="42308" y1="66429" x2="48462" y2="63929"/>
                        <a14:foregroundMark x1="60385" y1="43929" x2="60385" y2="49643"/>
                        <a14:foregroundMark x1="61538" y1="52143" x2="66538" y2="55000"/>
                        <a14:foregroundMark x1="68846" y1="53571" x2="72692" y2="51429"/>
                        <a14:foregroundMark x1="73077" y1="49643" x2="74615" y2="44643"/>
                        <a14:foregroundMark x1="71154" y1="42857" x2="71154" y2="42857"/>
                        <a14:backgroundMark x1="46923" y1="33571" x2="50000" y2="32500"/>
                        <a14:backgroundMark x1="52308" y1="30714" x2="46538" y2="34286"/>
                        <a14:backgroundMark x1="55000" y1="30357" x2="54231" y2="30714"/>
                        <a14:backgroundMark x1="46923" y1="34643" x2="46154" y2="35000"/>
                        <a14:backgroundMark x1="46538" y1="33929" x2="46538" y2="33929"/>
                        <a14:backgroundMark x1="45769" y1="35000" x2="45385" y2="35357"/>
                        <a14:backgroundMark x1="53462" y1="31071" x2="53077" y2="31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348" y="1281315"/>
            <a:ext cx="1619867" cy="1568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lexibility Symbol Stock Illustrations – 15,379 Flexibility Symbol Stock  Illustrations, Vectors &amp; Clipart - Dreamstime">
            <a:extLst>
              <a:ext uri="{FF2B5EF4-FFF2-40B4-BE49-F238E27FC236}">
                <a16:creationId xmlns:a16="http://schemas.microsoft.com/office/drawing/2014/main" id="{F1B725BA-F8FC-FF19-1A8F-6127B6204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69625" y1="42125" x2="69625" y2="42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509" y="1281315"/>
            <a:ext cx="1969081" cy="1969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9+ Thousand Cost Effective Symbol Royalty-Free Images, Stock Photos &amp;  Pictures | Shutterstock">
            <a:extLst>
              <a:ext uri="{FF2B5EF4-FFF2-40B4-BE49-F238E27FC236}">
                <a16:creationId xmlns:a16="http://schemas.microsoft.com/office/drawing/2014/main" id="{5E02AB56-01D1-4D8F-4108-C3B335A87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28846" y1="34643" x2="28846" y2="34643"/>
                        <a14:foregroundMark x1="79615" y1="36429" x2="79615" y2="36429"/>
                        <a14:foregroundMark x1="78462" y1="42857" x2="78462" y2="42857"/>
                        <a14:foregroundMark x1="47692" y1="45357" x2="47692" y2="45357"/>
                        <a14:foregroundMark x1="47692" y1="18571" x2="47692" y2="18571"/>
                        <a14:foregroundMark x1="73462" y1="63929" x2="73462" y2="63929"/>
                        <a14:foregroundMark x1="26538" y1="43571" x2="26538" y2="4357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7078" y="1373342"/>
            <a:ext cx="1242786" cy="133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8934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281" y="1827191"/>
            <a:ext cx="18263538" cy="858899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6B1B2CAF-D0B3-2D0F-151C-AC1228A93159}"/>
              </a:ext>
            </a:extLst>
          </p:cNvPr>
          <p:cNvGrpSpPr/>
          <p:nvPr/>
        </p:nvGrpSpPr>
        <p:grpSpPr>
          <a:xfrm>
            <a:off x="928120" y="2846764"/>
            <a:ext cx="18263538" cy="1467893"/>
            <a:chOff x="928120" y="3104666"/>
            <a:chExt cx="18263538" cy="1467893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93F35E82-ACDF-1689-CADA-D1B632F2D456}"/>
                </a:ext>
              </a:extLst>
            </p:cNvPr>
            <p:cNvSpPr/>
            <p:nvPr/>
          </p:nvSpPr>
          <p:spPr>
            <a:xfrm>
              <a:off x="928120" y="3104666"/>
              <a:ext cx="18263538" cy="1467893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1384813" y="3595326"/>
              <a:ext cx="889266" cy="444994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0"/>
                </a:spcBef>
              </a:pPr>
              <a:r>
                <a:rPr sz="2800" b="1" spc="114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ourier New"/>
                </a:rPr>
                <a:t>CAD</a:t>
              </a:r>
              <a:endParaRPr sz="2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4800807" y="3390263"/>
              <a:ext cx="8115300" cy="97372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22860" marR="5080" indent="-10795">
                <a:lnSpc>
                  <a:spcPct val="140700"/>
                </a:lnSpc>
                <a:spcBef>
                  <a:spcPts val="100"/>
                </a:spcBef>
              </a:pPr>
              <a:r>
                <a:rPr sz="2350" spc="165" dirty="0">
                  <a:solidFill>
                    <a:schemeClr val="bg1"/>
                  </a:solidFill>
                  <a:latin typeface="Arial"/>
                  <a:cs typeface="Arial"/>
                </a:rPr>
                <a:t>Computer-</a:t>
              </a:r>
              <a:r>
                <a:rPr sz="2350" spc="160" dirty="0">
                  <a:solidFill>
                    <a:schemeClr val="bg1"/>
                  </a:solidFill>
                  <a:latin typeface="Arial"/>
                  <a:cs typeface="Arial"/>
                </a:rPr>
                <a:t>Aided</a:t>
              </a:r>
              <a:r>
                <a:rPr sz="2350" spc="1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2350" dirty="0">
                  <a:solidFill>
                    <a:schemeClr val="bg1"/>
                  </a:solidFill>
                  <a:latin typeface="Arial"/>
                  <a:cs typeface="Arial"/>
                </a:rPr>
                <a:t>Design:</a:t>
              </a:r>
              <a:r>
                <a:rPr sz="2350" spc="-2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2350" dirty="0">
                  <a:solidFill>
                    <a:schemeClr val="bg1"/>
                  </a:solidFill>
                  <a:latin typeface="Arial"/>
                  <a:cs typeface="Arial"/>
                </a:rPr>
                <a:t>Using</a:t>
              </a:r>
              <a:r>
                <a:rPr sz="2350" spc="-55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2350" spc="114" dirty="0">
                  <a:solidFill>
                    <a:schemeClr val="bg1"/>
                  </a:solidFill>
                  <a:latin typeface="Arial"/>
                  <a:cs typeface="Arial"/>
                </a:rPr>
                <a:t>software</a:t>
              </a:r>
              <a:r>
                <a:rPr sz="2350" spc="145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2350" spc="114" dirty="0">
                  <a:solidFill>
                    <a:schemeClr val="bg1"/>
                  </a:solidFill>
                  <a:latin typeface="Arial"/>
                  <a:cs typeface="Arial"/>
                </a:rPr>
                <a:t>to</a:t>
              </a:r>
              <a:r>
                <a:rPr sz="2350" spc="265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2350" spc="114" dirty="0">
                  <a:solidFill>
                    <a:schemeClr val="bg1"/>
                  </a:solidFill>
                  <a:latin typeface="Arial"/>
                  <a:cs typeface="Arial"/>
                </a:rPr>
                <a:t>create</a:t>
              </a:r>
              <a:r>
                <a:rPr sz="2350" spc="105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2350" spc="70" dirty="0">
                  <a:solidFill>
                    <a:schemeClr val="bg1"/>
                  </a:solidFill>
                  <a:latin typeface="Arial"/>
                  <a:cs typeface="Arial"/>
                </a:rPr>
                <a:t>2D</a:t>
              </a:r>
              <a:r>
                <a:rPr sz="2350" spc="-2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2350" spc="25" dirty="0">
                  <a:solidFill>
                    <a:schemeClr val="bg1"/>
                  </a:solidFill>
                  <a:latin typeface="Arial"/>
                  <a:cs typeface="Arial"/>
                </a:rPr>
                <a:t>or </a:t>
              </a:r>
              <a:r>
                <a:rPr sz="2350" spc="85" dirty="0">
                  <a:solidFill>
                    <a:schemeClr val="bg1"/>
                  </a:solidFill>
                  <a:latin typeface="Arial"/>
                  <a:cs typeface="Arial"/>
                </a:rPr>
                <a:t>3D</a:t>
              </a:r>
              <a:r>
                <a:rPr sz="2350" spc="-65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2350" spc="125" dirty="0">
                  <a:solidFill>
                    <a:schemeClr val="bg1"/>
                  </a:solidFill>
                  <a:latin typeface="Arial"/>
                  <a:cs typeface="Arial"/>
                </a:rPr>
                <a:t>digital</a:t>
              </a:r>
              <a:r>
                <a:rPr sz="2350" spc="-105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2350" spc="75" dirty="0">
                  <a:solidFill>
                    <a:schemeClr val="bg1"/>
                  </a:solidFill>
                  <a:latin typeface="Arial"/>
                  <a:cs typeface="Arial"/>
                </a:rPr>
                <a:t>models.</a:t>
              </a:r>
              <a:endParaRPr sz="23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14010459" y="3614197"/>
              <a:ext cx="4855845" cy="38481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350" dirty="0">
                  <a:solidFill>
                    <a:schemeClr val="bg1"/>
                  </a:solidFill>
                  <a:latin typeface="Arial"/>
                  <a:cs typeface="Arial"/>
                </a:rPr>
                <a:t>SolidWorks,</a:t>
              </a:r>
              <a:r>
                <a:rPr sz="2350" spc="204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2350" spc="65" dirty="0">
                  <a:solidFill>
                    <a:schemeClr val="bg1"/>
                  </a:solidFill>
                  <a:latin typeface="Arial"/>
                  <a:cs typeface="Arial"/>
                </a:rPr>
                <a:t>Fusion</a:t>
              </a:r>
              <a:r>
                <a:rPr sz="2350" spc="8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2350" spc="155" dirty="0">
                  <a:solidFill>
                    <a:schemeClr val="bg1"/>
                  </a:solidFill>
                  <a:latin typeface="Arial"/>
                  <a:cs typeface="Arial"/>
                </a:rPr>
                <a:t>360,</a:t>
              </a:r>
              <a:r>
                <a:rPr sz="2350" spc="95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2350" spc="55" dirty="0">
                  <a:solidFill>
                    <a:schemeClr val="bg1"/>
                  </a:solidFill>
                  <a:latin typeface="Arial"/>
                  <a:cs typeface="Arial"/>
                </a:rPr>
                <a:t>AutoCAD</a:t>
              </a:r>
              <a:endParaRPr sz="23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74CF87D-2354-8156-FD48-9D7E5036FB71}"/>
              </a:ext>
            </a:extLst>
          </p:cNvPr>
          <p:cNvGrpSpPr/>
          <p:nvPr/>
        </p:nvGrpSpPr>
        <p:grpSpPr>
          <a:xfrm>
            <a:off x="935959" y="4508032"/>
            <a:ext cx="18263538" cy="1467893"/>
            <a:chOff x="935959" y="4508032"/>
            <a:chExt cx="18263538" cy="1467893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08E77852-5623-E8F8-C923-44E648766B6F}"/>
                </a:ext>
              </a:extLst>
            </p:cNvPr>
            <p:cNvSpPr/>
            <p:nvPr/>
          </p:nvSpPr>
          <p:spPr>
            <a:xfrm>
              <a:off x="935959" y="4508032"/>
              <a:ext cx="18263538" cy="146789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2" name="object 14">
              <a:extLst>
                <a:ext uri="{FF2B5EF4-FFF2-40B4-BE49-F238E27FC236}">
                  <a16:creationId xmlns:a16="http://schemas.microsoft.com/office/drawing/2014/main" id="{B26DABBC-9E03-AB57-82D3-3BAD02810FB4}"/>
                </a:ext>
              </a:extLst>
            </p:cNvPr>
            <p:cNvSpPr txBox="1"/>
            <p:nvPr/>
          </p:nvSpPr>
          <p:spPr>
            <a:xfrm>
              <a:off x="1384813" y="5142278"/>
              <a:ext cx="889266" cy="444994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0"/>
                </a:spcBef>
              </a:pPr>
              <a:r>
                <a:rPr sz="2800" b="1" spc="114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ourier New"/>
                </a:rPr>
                <a:t>CA</a:t>
              </a:r>
              <a:r>
                <a:rPr lang="en-US" sz="2800" b="1" spc="114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ourier New"/>
                </a:rPr>
                <a:t>M</a:t>
              </a:r>
              <a:endParaRPr sz="2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endParaRPr>
            </a:p>
          </p:txBody>
        </p:sp>
        <p:sp>
          <p:nvSpPr>
            <p:cNvPr id="33" name="object 15">
              <a:extLst>
                <a:ext uri="{FF2B5EF4-FFF2-40B4-BE49-F238E27FC236}">
                  <a16:creationId xmlns:a16="http://schemas.microsoft.com/office/drawing/2014/main" id="{8AAFE8FA-9A69-7D22-0B9A-85697A00DFCB}"/>
                </a:ext>
              </a:extLst>
            </p:cNvPr>
            <p:cNvSpPr txBox="1"/>
            <p:nvPr/>
          </p:nvSpPr>
          <p:spPr>
            <a:xfrm>
              <a:off x="4800807" y="4753300"/>
              <a:ext cx="8115300" cy="97372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38500"/>
                </a:lnSpc>
                <a:spcBef>
                  <a:spcPts val="100"/>
                </a:spcBef>
              </a:pPr>
              <a:r>
                <a:rPr lang="en-US" sz="2350" spc="165" dirty="0">
                  <a:solidFill>
                    <a:schemeClr val="bg1"/>
                  </a:solidFill>
                  <a:latin typeface="Arial"/>
                  <a:cs typeface="Arial"/>
                </a:rPr>
                <a:t>Computer-</a:t>
              </a:r>
              <a:r>
                <a:rPr lang="en-US" sz="2350" spc="160" dirty="0">
                  <a:solidFill>
                    <a:schemeClr val="bg1"/>
                  </a:solidFill>
                  <a:latin typeface="Arial"/>
                  <a:cs typeface="Arial"/>
                </a:rPr>
                <a:t>Aided</a:t>
              </a:r>
              <a:r>
                <a:rPr lang="en-US" sz="2350" spc="-2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2350" spc="95" dirty="0">
                  <a:solidFill>
                    <a:schemeClr val="bg1"/>
                  </a:solidFill>
                  <a:latin typeface="Arial"/>
                  <a:cs typeface="Arial"/>
                </a:rPr>
                <a:t>Manufacturing:</a:t>
              </a:r>
              <a:r>
                <a:rPr lang="en-US" sz="2350" spc="-27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2350" spc="110" dirty="0">
                  <a:solidFill>
                    <a:schemeClr val="bg1"/>
                  </a:solidFill>
                  <a:latin typeface="Arial"/>
                  <a:cs typeface="Arial"/>
                </a:rPr>
                <a:t>Software</a:t>
              </a:r>
              <a:r>
                <a:rPr lang="en-US" sz="2350" spc="35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2350" spc="190" dirty="0">
                  <a:solidFill>
                    <a:schemeClr val="bg1"/>
                  </a:solidFill>
                  <a:latin typeface="Arial"/>
                  <a:cs typeface="Arial"/>
                </a:rPr>
                <a:t>that</a:t>
              </a:r>
              <a:r>
                <a:rPr lang="en-US" sz="2350" spc="114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2350" spc="70" dirty="0">
                  <a:solidFill>
                    <a:schemeClr val="bg1"/>
                  </a:solidFill>
                  <a:latin typeface="Arial"/>
                  <a:cs typeface="Arial"/>
                </a:rPr>
                <a:t>translates </a:t>
              </a:r>
              <a:r>
                <a:rPr lang="en-US" sz="2350" dirty="0">
                  <a:solidFill>
                    <a:schemeClr val="bg1"/>
                  </a:solidFill>
                  <a:latin typeface="Arial"/>
                  <a:cs typeface="Arial"/>
                </a:rPr>
                <a:t>CAD </a:t>
              </a:r>
              <a:r>
                <a:rPr lang="en-US" sz="2350" spc="65" dirty="0">
                  <a:solidFill>
                    <a:schemeClr val="bg1"/>
                  </a:solidFill>
                  <a:latin typeface="Arial"/>
                  <a:cs typeface="Arial"/>
                </a:rPr>
                <a:t>designs</a:t>
              </a:r>
              <a:r>
                <a:rPr lang="en-US" sz="2350" spc="11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2350" spc="155" dirty="0">
                  <a:solidFill>
                    <a:schemeClr val="bg1"/>
                  </a:solidFill>
                  <a:latin typeface="Arial"/>
                  <a:cs typeface="Arial"/>
                </a:rPr>
                <a:t>into</a:t>
              </a:r>
              <a:r>
                <a:rPr lang="en-US" sz="2350" spc="-15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2350" spc="110" dirty="0">
                  <a:solidFill>
                    <a:schemeClr val="bg1"/>
                  </a:solidFill>
                  <a:latin typeface="Arial"/>
                  <a:cs typeface="Arial"/>
                </a:rPr>
                <a:t>machine</a:t>
              </a:r>
              <a:r>
                <a:rPr lang="en-US" sz="2350" spc="5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2350" spc="175" dirty="0">
                  <a:solidFill>
                    <a:schemeClr val="bg1"/>
                  </a:solidFill>
                  <a:latin typeface="Arial"/>
                  <a:cs typeface="Arial"/>
                </a:rPr>
                <a:t>code</a:t>
              </a:r>
              <a:r>
                <a:rPr lang="en-US" sz="2350" spc="-10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2350" spc="130" dirty="0">
                  <a:solidFill>
                    <a:schemeClr val="bg1"/>
                  </a:solidFill>
                  <a:latin typeface="Arial"/>
                  <a:cs typeface="Arial"/>
                </a:rPr>
                <a:t>(G-</a:t>
              </a:r>
              <a:r>
                <a:rPr lang="en-US" sz="2350" spc="114" dirty="0">
                  <a:solidFill>
                    <a:schemeClr val="bg1"/>
                  </a:solidFill>
                  <a:latin typeface="Arial"/>
                  <a:cs typeface="Arial"/>
                </a:rPr>
                <a:t>code).</a:t>
              </a:r>
              <a:endParaRPr lang="en-US" sz="23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34" name="object 24">
              <a:extLst>
                <a:ext uri="{FF2B5EF4-FFF2-40B4-BE49-F238E27FC236}">
                  <a16:creationId xmlns:a16="http://schemas.microsoft.com/office/drawing/2014/main" id="{39B215DF-20FE-8971-B29B-0EB7A3704D1F}"/>
                </a:ext>
              </a:extLst>
            </p:cNvPr>
            <p:cNvSpPr txBox="1"/>
            <p:nvPr/>
          </p:nvSpPr>
          <p:spPr>
            <a:xfrm>
              <a:off x="13700783" y="5116298"/>
              <a:ext cx="4855845" cy="38481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IN" sz="2350" spc="90" dirty="0">
                  <a:solidFill>
                    <a:schemeClr val="bg1"/>
                  </a:solidFill>
                  <a:latin typeface="Arial"/>
                  <a:cs typeface="Arial"/>
                </a:rPr>
                <a:t>Mastercam,</a:t>
              </a:r>
              <a:r>
                <a:rPr lang="en-IN" sz="2350" spc="75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IN" sz="2350" dirty="0">
                  <a:solidFill>
                    <a:schemeClr val="bg1"/>
                  </a:solidFill>
                  <a:latin typeface="Arial"/>
                  <a:cs typeface="Arial"/>
                </a:rPr>
                <a:t>Cura</a:t>
              </a:r>
              <a:r>
                <a:rPr lang="en-IN" sz="2350" spc="2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IN" sz="2350" spc="45" dirty="0">
                  <a:solidFill>
                    <a:schemeClr val="bg1"/>
                  </a:solidFill>
                  <a:latin typeface="Arial"/>
                  <a:cs typeface="Arial"/>
                </a:rPr>
                <a:t>(Slicer)</a:t>
              </a:r>
              <a:endParaRPr lang="en-IN" sz="23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AA14C90-1287-4621-9897-744D6F2F41EC}"/>
              </a:ext>
            </a:extLst>
          </p:cNvPr>
          <p:cNvGrpSpPr/>
          <p:nvPr/>
        </p:nvGrpSpPr>
        <p:grpSpPr>
          <a:xfrm>
            <a:off x="920281" y="6188272"/>
            <a:ext cx="18263538" cy="3110019"/>
            <a:chOff x="920281" y="6188272"/>
            <a:chExt cx="18263538" cy="3110019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6A22CF74-791C-31C6-4E89-2B0A00E00DDD}"/>
                </a:ext>
              </a:extLst>
            </p:cNvPr>
            <p:cNvGrpSpPr/>
            <p:nvPr/>
          </p:nvGrpSpPr>
          <p:grpSpPr>
            <a:xfrm>
              <a:off x="920281" y="6188272"/>
              <a:ext cx="18263538" cy="1467893"/>
              <a:chOff x="920281" y="6188272"/>
              <a:chExt cx="18263538" cy="1467893"/>
            </a:xfrm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87BCE381-764A-53EF-AC82-2BDD61DB4D88}"/>
                  </a:ext>
                </a:extLst>
              </p:cNvPr>
              <p:cNvSpPr/>
              <p:nvPr/>
            </p:nvSpPr>
            <p:spPr>
              <a:xfrm>
                <a:off x="920281" y="6188272"/>
                <a:ext cx="18263538" cy="1467893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6" name="object 14">
                <a:extLst>
                  <a:ext uri="{FF2B5EF4-FFF2-40B4-BE49-F238E27FC236}">
                    <a16:creationId xmlns:a16="http://schemas.microsoft.com/office/drawing/2014/main" id="{CF6C5805-BA49-6031-C3F9-1A2707FC87B1}"/>
                  </a:ext>
                </a:extLst>
              </p:cNvPr>
              <p:cNvSpPr txBox="1"/>
              <p:nvPr/>
            </p:nvSpPr>
            <p:spPr>
              <a:xfrm>
                <a:off x="1384813" y="6770099"/>
                <a:ext cx="889266" cy="444994"/>
              </a:xfrm>
              <a:prstGeom prst="rect">
                <a:avLst/>
              </a:prstGeom>
            </p:spPr>
            <p:txBody>
              <a:bodyPr vert="horz" wrap="square" lIns="0" tIns="1397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10"/>
                  </a:spcBef>
                </a:pPr>
                <a:r>
                  <a:rPr sz="2800" b="1" spc="114" dirty="0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Courier New"/>
                  </a:rPr>
                  <a:t>C</a:t>
                </a:r>
                <a:r>
                  <a:rPr lang="en-US" sz="2800" b="1" spc="114" dirty="0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Courier New"/>
                  </a:rPr>
                  <a:t>NC</a:t>
                </a:r>
                <a:endParaRPr sz="28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ourier New"/>
                </a:endParaRPr>
              </a:p>
            </p:txBody>
          </p:sp>
          <p:sp>
            <p:nvSpPr>
              <p:cNvPr id="37" name="object 15">
                <a:extLst>
                  <a:ext uri="{FF2B5EF4-FFF2-40B4-BE49-F238E27FC236}">
                    <a16:creationId xmlns:a16="http://schemas.microsoft.com/office/drawing/2014/main" id="{B8FCC30F-4D6F-35D8-496A-ADE82FDF195D}"/>
                  </a:ext>
                </a:extLst>
              </p:cNvPr>
              <p:cNvSpPr txBox="1"/>
              <p:nvPr/>
            </p:nvSpPr>
            <p:spPr>
              <a:xfrm>
                <a:off x="4844566" y="6607822"/>
                <a:ext cx="8115300" cy="97372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5875" marR="5080" indent="-3810">
                  <a:lnSpc>
                    <a:spcPct val="140700"/>
                  </a:lnSpc>
                  <a:spcBef>
                    <a:spcPts val="100"/>
                  </a:spcBef>
                </a:pPr>
                <a:r>
                  <a:rPr lang="en-US" sz="2350" spc="140" dirty="0">
                    <a:solidFill>
                      <a:schemeClr val="bg1"/>
                    </a:solidFill>
                    <a:latin typeface="Arial"/>
                    <a:cs typeface="Arial"/>
                  </a:rPr>
                  <a:t>Computer</a:t>
                </a:r>
                <a:r>
                  <a:rPr lang="en-US" sz="2350" spc="5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2350" spc="65" dirty="0">
                    <a:solidFill>
                      <a:schemeClr val="bg1"/>
                    </a:solidFill>
                    <a:latin typeface="Arial"/>
                    <a:cs typeface="Arial"/>
                  </a:rPr>
                  <a:t>Numerical</a:t>
                </a:r>
                <a:r>
                  <a:rPr lang="en-US" sz="2350" spc="5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2350" spc="75" dirty="0">
                    <a:solidFill>
                      <a:schemeClr val="bg1"/>
                    </a:solidFill>
                    <a:latin typeface="Arial"/>
                    <a:cs typeface="Arial"/>
                  </a:rPr>
                  <a:t>Control:</a:t>
                </a:r>
                <a:r>
                  <a:rPr lang="en-US" sz="2350" spc="5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2350" spc="130" dirty="0">
                    <a:solidFill>
                      <a:schemeClr val="bg1"/>
                    </a:solidFill>
                    <a:latin typeface="Arial"/>
                    <a:cs typeface="Arial"/>
                  </a:rPr>
                  <a:t>Automated</a:t>
                </a:r>
                <a:r>
                  <a:rPr lang="en-US" sz="2350" spc="15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2350" spc="135" dirty="0">
                    <a:solidFill>
                      <a:schemeClr val="bg1"/>
                    </a:solidFill>
                    <a:latin typeface="Arial"/>
                    <a:cs typeface="Arial"/>
                  </a:rPr>
                  <a:t>control</a:t>
                </a:r>
                <a:r>
                  <a:rPr lang="en-US" sz="2350" spc="-7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2350" spc="140" dirty="0">
                    <a:solidFill>
                      <a:schemeClr val="bg1"/>
                    </a:solidFill>
                    <a:latin typeface="Arial"/>
                    <a:cs typeface="Arial"/>
                  </a:rPr>
                  <a:t>of</a:t>
                </a:r>
                <a:r>
                  <a:rPr lang="en-US" sz="2350" spc="12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2350" spc="105" dirty="0">
                    <a:solidFill>
                      <a:schemeClr val="bg1"/>
                    </a:solidFill>
                    <a:latin typeface="Arial"/>
                    <a:cs typeface="Arial"/>
                  </a:rPr>
                  <a:t>tools </a:t>
                </a:r>
                <a:r>
                  <a:rPr lang="en-US" sz="2350" spc="145" dirty="0">
                    <a:solidFill>
                      <a:schemeClr val="bg1"/>
                    </a:solidFill>
                    <a:latin typeface="Arial"/>
                    <a:cs typeface="Arial"/>
                  </a:rPr>
                  <a:t>by</a:t>
                </a:r>
                <a:r>
                  <a:rPr lang="en-US" sz="2350" spc="9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2350" dirty="0">
                    <a:solidFill>
                      <a:schemeClr val="bg1"/>
                    </a:solidFill>
                    <a:latin typeface="Arial"/>
                    <a:cs typeface="Arial"/>
                  </a:rPr>
                  <a:t>a</a:t>
                </a:r>
                <a:r>
                  <a:rPr lang="en-US" sz="2350" spc="-7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2350" spc="155" dirty="0">
                    <a:solidFill>
                      <a:schemeClr val="bg1"/>
                    </a:solidFill>
                    <a:latin typeface="Arial"/>
                    <a:cs typeface="Arial"/>
                  </a:rPr>
                  <a:t>computer</a:t>
                </a:r>
                <a:r>
                  <a:rPr lang="en-US" sz="2350" spc="8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2350" spc="75" dirty="0">
                    <a:solidFill>
                      <a:schemeClr val="bg1"/>
                    </a:solidFill>
                    <a:latin typeface="Arial"/>
                    <a:cs typeface="Arial"/>
                  </a:rPr>
                  <a:t>program.</a:t>
                </a:r>
                <a:endParaRPr lang="en-US" sz="2350" dirty="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38" name="object 24">
                <a:extLst>
                  <a:ext uri="{FF2B5EF4-FFF2-40B4-BE49-F238E27FC236}">
                    <a16:creationId xmlns:a16="http://schemas.microsoft.com/office/drawing/2014/main" id="{3FAC0BD1-020F-3810-DD31-F1424433FB5E}"/>
                  </a:ext>
                </a:extLst>
              </p:cNvPr>
              <p:cNvSpPr txBox="1"/>
              <p:nvPr/>
            </p:nvSpPr>
            <p:spPr>
              <a:xfrm>
                <a:off x="13700783" y="6744119"/>
                <a:ext cx="4855845" cy="384810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lang="en-IN" sz="2350" dirty="0">
                    <a:solidFill>
                      <a:schemeClr val="bg1"/>
                    </a:solidFill>
                    <a:latin typeface="Arial"/>
                    <a:cs typeface="Arial"/>
                  </a:rPr>
                  <a:t>CNC</a:t>
                </a:r>
                <a:r>
                  <a:rPr lang="en-IN" sz="2350" spc="1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IN" sz="2350" dirty="0">
                    <a:solidFill>
                      <a:schemeClr val="bg1"/>
                    </a:solidFill>
                    <a:latin typeface="Arial"/>
                    <a:cs typeface="Arial"/>
                  </a:rPr>
                  <a:t>Mill,</a:t>
                </a:r>
                <a:r>
                  <a:rPr lang="en-IN" sz="2350" spc="-9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IN" sz="2350" dirty="0">
                    <a:solidFill>
                      <a:schemeClr val="bg1"/>
                    </a:solidFill>
                    <a:latin typeface="Arial"/>
                    <a:cs typeface="Arial"/>
                  </a:rPr>
                  <a:t>CNC</a:t>
                </a:r>
                <a:r>
                  <a:rPr lang="en-IN" sz="2350" spc="1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IN" sz="2350" spc="-10" dirty="0">
                    <a:solidFill>
                      <a:schemeClr val="bg1"/>
                    </a:solidFill>
                    <a:latin typeface="Arial"/>
                    <a:cs typeface="Arial"/>
                  </a:rPr>
                  <a:t>Router</a:t>
                </a:r>
                <a:endParaRPr lang="en-IN" sz="2350" dirty="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</p:grp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20B5082-E7B5-91A3-D88A-A05D2F02B384}"/>
                </a:ext>
              </a:extLst>
            </p:cNvPr>
            <p:cNvSpPr/>
            <p:nvPr/>
          </p:nvSpPr>
          <p:spPr>
            <a:xfrm>
              <a:off x="920281" y="7830398"/>
              <a:ext cx="18263538" cy="1467893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0" name="object 14">
              <a:extLst>
                <a:ext uri="{FF2B5EF4-FFF2-40B4-BE49-F238E27FC236}">
                  <a16:creationId xmlns:a16="http://schemas.microsoft.com/office/drawing/2014/main" id="{71F15306-E743-F43F-6BD4-1BB76E3EA688}"/>
                </a:ext>
              </a:extLst>
            </p:cNvPr>
            <p:cNvSpPr txBox="1"/>
            <p:nvPr/>
          </p:nvSpPr>
          <p:spPr>
            <a:xfrm>
              <a:off x="1384813" y="8108578"/>
              <a:ext cx="1951701" cy="875881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4"/>
                </a:spcBef>
              </a:pPr>
              <a:r>
                <a:rPr lang="en-IN" sz="28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/>
                </a:rPr>
                <a:t>Additive</a:t>
              </a:r>
              <a:r>
                <a:rPr lang="en-IN" sz="2800" b="1" spc="43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IN" sz="2800" b="1" spc="35" dirty="0">
                  <a:solidFill>
                    <a:schemeClr val="bg1"/>
                  </a:solidFill>
                  <a:latin typeface="Arial"/>
                  <a:cs typeface="Arial"/>
                </a:rPr>
                <a:t>Mfg.</a:t>
              </a:r>
              <a:endParaRPr lang="en-IN" sz="2800" b="1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41" name="object 15">
              <a:extLst>
                <a:ext uri="{FF2B5EF4-FFF2-40B4-BE49-F238E27FC236}">
                  <a16:creationId xmlns:a16="http://schemas.microsoft.com/office/drawing/2014/main" id="{AD651D86-65E2-F5CA-D770-E2412A4E00A9}"/>
                </a:ext>
              </a:extLst>
            </p:cNvPr>
            <p:cNvSpPr txBox="1"/>
            <p:nvPr/>
          </p:nvSpPr>
          <p:spPr>
            <a:xfrm>
              <a:off x="4947268" y="8359287"/>
              <a:ext cx="8115300" cy="37446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US" sz="2350" spc="55" dirty="0">
                  <a:solidFill>
                    <a:schemeClr val="bg1"/>
                  </a:solidFill>
                  <a:latin typeface="Arial"/>
                  <a:cs typeface="Arial"/>
                </a:rPr>
                <a:t>Building</a:t>
              </a:r>
              <a:r>
                <a:rPr lang="en-US" sz="2350" spc="-15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2350" spc="145" dirty="0">
                  <a:solidFill>
                    <a:schemeClr val="bg1"/>
                  </a:solidFill>
                  <a:latin typeface="Arial"/>
                  <a:cs typeface="Arial"/>
                </a:rPr>
                <a:t>objects</a:t>
              </a:r>
              <a:r>
                <a:rPr lang="en-US" sz="2350" spc="9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2350" spc="170" dirty="0">
                  <a:solidFill>
                    <a:schemeClr val="bg1"/>
                  </a:solidFill>
                  <a:latin typeface="Arial"/>
                  <a:cs typeface="Arial"/>
                </a:rPr>
                <a:t>by</a:t>
              </a:r>
              <a:r>
                <a:rPr lang="en-US" sz="2350" spc="5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2350" spc="135" dirty="0">
                  <a:solidFill>
                    <a:schemeClr val="bg1"/>
                  </a:solidFill>
                  <a:latin typeface="Arial"/>
                  <a:cs typeface="Arial"/>
                </a:rPr>
                <a:t>adding</a:t>
              </a:r>
              <a:r>
                <a:rPr lang="en-US" sz="2350" spc="-65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2350" spc="100" dirty="0">
                  <a:solidFill>
                    <a:schemeClr val="bg1"/>
                  </a:solidFill>
                  <a:latin typeface="Arial"/>
                  <a:cs typeface="Arial"/>
                </a:rPr>
                <a:t>material</a:t>
              </a:r>
              <a:r>
                <a:rPr lang="en-US" sz="2350" spc="15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2350" dirty="0">
                  <a:solidFill>
                    <a:schemeClr val="bg1"/>
                  </a:solidFill>
                  <a:latin typeface="Arial"/>
                  <a:cs typeface="Arial"/>
                </a:rPr>
                <a:t>layer</a:t>
              </a:r>
              <a:r>
                <a:rPr lang="en-US" sz="2350" spc="3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2350" dirty="0">
                  <a:solidFill>
                    <a:schemeClr val="bg1"/>
                  </a:solidFill>
                  <a:latin typeface="Arial"/>
                  <a:cs typeface="Arial"/>
                </a:rPr>
                <a:t>by</a:t>
              </a:r>
              <a:r>
                <a:rPr lang="en-US" sz="2350" spc="29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2350" spc="-10" dirty="0">
                  <a:solidFill>
                    <a:schemeClr val="bg1"/>
                  </a:solidFill>
                  <a:latin typeface="Arial"/>
                  <a:cs typeface="Arial"/>
                </a:rPr>
                <a:t>layer.</a:t>
              </a:r>
              <a:endParaRPr lang="en-US" sz="23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42" name="object 24">
              <a:extLst>
                <a:ext uri="{FF2B5EF4-FFF2-40B4-BE49-F238E27FC236}">
                  <a16:creationId xmlns:a16="http://schemas.microsoft.com/office/drawing/2014/main" id="{50FFAB5F-C571-8788-30D3-398E3497A51D}"/>
                </a:ext>
              </a:extLst>
            </p:cNvPr>
            <p:cNvSpPr txBox="1"/>
            <p:nvPr/>
          </p:nvSpPr>
          <p:spPr>
            <a:xfrm>
              <a:off x="13700783" y="8371940"/>
              <a:ext cx="4855845" cy="38481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IN" sz="2350" dirty="0">
                  <a:solidFill>
                    <a:schemeClr val="bg1"/>
                  </a:solidFill>
                  <a:latin typeface="Arial"/>
                  <a:cs typeface="Arial"/>
                </a:rPr>
                <a:t>FDM</a:t>
              </a:r>
              <a:r>
                <a:rPr lang="en-IN" sz="2350" spc="6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IN" sz="2350" spc="85" dirty="0">
                  <a:solidFill>
                    <a:schemeClr val="bg1"/>
                  </a:solidFill>
                  <a:latin typeface="Arial"/>
                  <a:cs typeface="Arial"/>
                </a:rPr>
                <a:t>3D</a:t>
              </a:r>
              <a:r>
                <a:rPr lang="en-IN" sz="2350" spc="-75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IN" sz="2350" spc="50" dirty="0">
                  <a:solidFill>
                    <a:schemeClr val="bg1"/>
                  </a:solidFill>
                  <a:latin typeface="Arial"/>
                  <a:cs typeface="Arial"/>
                </a:rPr>
                <a:t>Printing,</a:t>
              </a:r>
              <a:r>
                <a:rPr lang="en-IN" sz="2350" spc="-35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IN" sz="2350" spc="-25" dirty="0">
                  <a:solidFill>
                    <a:schemeClr val="bg1"/>
                  </a:solidFill>
                  <a:latin typeface="Arial"/>
                  <a:cs typeface="Arial"/>
                </a:rPr>
                <a:t>SLA</a:t>
              </a:r>
              <a:endParaRPr lang="en-IN" sz="23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B0325B0-8DD0-AC4F-5118-27EA8800B912}"/>
              </a:ext>
            </a:extLst>
          </p:cNvPr>
          <p:cNvGrpSpPr/>
          <p:nvPr/>
        </p:nvGrpSpPr>
        <p:grpSpPr>
          <a:xfrm>
            <a:off x="943798" y="9526001"/>
            <a:ext cx="18263538" cy="1467893"/>
            <a:chOff x="918183" y="9588861"/>
            <a:chExt cx="18263538" cy="1467893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AE92D726-EC45-E921-BD8E-30AC1BB83660}"/>
                </a:ext>
              </a:extLst>
            </p:cNvPr>
            <p:cNvSpPr/>
            <p:nvPr/>
          </p:nvSpPr>
          <p:spPr>
            <a:xfrm>
              <a:off x="918183" y="9588861"/>
              <a:ext cx="18263538" cy="1467893"/>
            </a:xfrm>
            <a:prstGeom prst="round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4" name="object 14">
              <a:extLst>
                <a:ext uri="{FF2B5EF4-FFF2-40B4-BE49-F238E27FC236}">
                  <a16:creationId xmlns:a16="http://schemas.microsoft.com/office/drawing/2014/main" id="{60BF4E71-9F16-8C89-0271-C03D3FE891AA}"/>
                </a:ext>
              </a:extLst>
            </p:cNvPr>
            <p:cNvSpPr txBox="1"/>
            <p:nvPr/>
          </p:nvSpPr>
          <p:spPr>
            <a:xfrm>
              <a:off x="1376973" y="9884868"/>
              <a:ext cx="2063308" cy="875881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4"/>
                </a:spcBef>
              </a:pPr>
              <a:r>
                <a:rPr lang="en-IN" sz="2800" b="1" spc="75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/>
                </a:rPr>
                <a:t>Subtractive</a:t>
              </a:r>
              <a:r>
                <a:rPr lang="en-IN" sz="2800" b="1" spc="14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IN" sz="2800" b="1" spc="-2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/>
                </a:rPr>
                <a:t>Mfg</a:t>
              </a:r>
              <a:r>
                <a:rPr lang="en-IN" sz="2800" b="1" spc="-20" dirty="0">
                  <a:solidFill>
                    <a:schemeClr val="bg1"/>
                  </a:solidFill>
                  <a:latin typeface="Arial"/>
                  <a:cs typeface="Arial"/>
                </a:rPr>
                <a:t>.</a:t>
              </a:r>
              <a:endParaRPr lang="en-IN" sz="2800" b="1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45" name="object 15">
              <a:extLst>
                <a:ext uri="{FF2B5EF4-FFF2-40B4-BE49-F238E27FC236}">
                  <a16:creationId xmlns:a16="http://schemas.microsoft.com/office/drawing/2014/main" id="{B80BCA30-B97F-6D74-7652-B0FFAFB0B09F}"/>
                </a:ext>
              </a:extLst>
            </p:cNvPr>
            <p:cNvSpPr txBox="1"/>
            <p:nvPr/>
          </p:nvSpPr>
          <p:spPr>
            <a:xfrm>
              <a:off x="4942614" y="9923410"/>
              <a:ext cx="8115300" cy="73609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US" sz="2350" spc="80" dirty="0">
                  <a:solidFill>
                    <a:schemeClr val="bg1"/>
                  </a:solidFill>
                  <a:latin typeface="Arial"/>
                  <a:cs typeface="Arial"/>
                </a:rPr>
                <a:t>Creating</a:t>
              </a:r>
              <a:r>
                <a:rPr lang="en-US" sz="2350" spc="-15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2350" spc="145" dirty="0">
                  <a:solidFill>
                    <a:schemeClr val="bg1"/>
                  </a:solidFill>
                  <a:latin typeface="Arial"/>
                  <a:cs typeface="Arial"/>
                </a:rPr>
                <a:t>objects</a:t>
              </a:r>
              <a:r>
                <a:rPr lang="en-US" sz="2350" spc="7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2350" spc="170" dirty="0">
                  <a:solidFill>
                    <a:schemeClr val="bg1"/>
                  </a:solidFill>
                  <a:latin typeface="Arial"/>
                  <a:cs typeface="Arial"/>
                </a:rPr>
                <a:t>by</a:t>
              </a:r>
              <a:r>
                <a:rPr lang="en-US" sz="2350" spc="-3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2350" spc="100" dirty="0">
                  <a:solidFill>
                    <a:schemeClr val="bg1"/>
                  </a:solidFill>
                  <a:latin typeface="Arial"/>
                  <a:cs typeface="Arial"/>
                </a:rPr>
                <a:t>removing</a:t>
              </a:r>
              <a:r>
                <a:rPr lang="en-US" sz="2350" spc="-1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2350" spc="100" dirty="0">
                  <a:solidFill>
                    <a:schemeClr val="bg1"/>
                  </a:solidFill>
                  <a:latin typeface="Arial"/>
                  <a:cs typeface="Arial"/>
                </a:rPr>
                <a:t>material</a:t>
              </a:r>
              <a:r>
                <a:rPr lang="en-US" sz="2350" spc="-5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2350" spc="160" dirty="0">
                  <a:solidFill>
                    <a:schemeClr val="bg1"/>
                  </a:solidFill>
                  <a:latin typeface="Arial"/>
                  <a:cs typeface="Arial"/>
                </a:rPr>
                <a:t>from</a:t>
              </a:r>
              <a:r>
                <a:rPr lang="en-US" sz="2350" spc="2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2350" spc="90" dirty="0">
                  <a:solidFill>
                    <a:schemeClr val="bg1"/>
                  </a:solidFill>
                  <a:latin typeface="Arial"/>
                  <a:cs typeface="Arial"/>
                </a:rPr>
                <a:t>a</a:t>
              </a:r>
              <a:r>
                <a:rPr lang="en-US" sz="2350" spc="-6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2350" spc="90" dirty="0">
                  <a:solidFill>
                    <a:schemeClr val="bg1"/>
                  </a:solidFill>
                  <a:latin typeface="Arial"/>
                  <a:cs typeface="Arial"/>
                </a:rPr>
                <a:t>solid</a:t>
              </a:r>
              <a:r>
                <a:rPr lang="en-US" sz="2350" spc="45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2350" spc="75" dirty="0">
                  <a:solidFill>
                    <a:schemeClr val="bg1"/>
                  </a:solidFill>
                  <a:latin typeface="Arial"/>
                  <a:cs typeface="Arial"/>
                </a:rPr>
                <a:t>block.</a:t>
              </a:r>
              <a:endParaRPr lang="en-US" sz="23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46" name="object 24">
              <a:extLst>
                <a:ext uri="{FF2B5EF4-FFF2-40B4-BE49-F238E27FC236}">
                  <a16:creationId xmlns:a16="http://schemas.microsoft.com/office/drawing/2014/main" id="{BA220668-E050-1DEE-4080-0183C2DF8A19}"/>
                </a:ext>
              </a:extLst>
            </p:cNvPr>
            <p:cNvSpPr txBox="1"/>
            <p:nvPr/>
          </p:nvSpPr>
          <p:spPr>
            <a:xfrm>
              <a:off x="13692944" y="9858888"/>
              <a:ext cx="4855845" cy="38481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IN" sz="2350" dirty="0">
                  <a:solidFill>
                    <a:schemeClr val="bg1"/>
                  </a:solidFill>
                  <a:latin typeface="Arial"/>
                  <a:cs typeface="Arial"/>
                </a:rPr>
                <a:t>Laser</a:t>
              </a:r>
              <a:r>
                <a:rPr lang="en-IN" sz="2350" spc="12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IN" sz="2350" spc="95" dirty="0">
                  <a:solidFill>
                    <a:schemeClr val="bg1"/>
                  </a:solidFill>
                  <a:latin typeface="Arial"/>
                  <a:cs typeface="Arial"/>
                </a:rPr>
                <a:t>Cutting,</a:t>
              </a:r>
              <a:r>
                <a:rPr lang="en-IN" sz="2350" spc="3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IN" sz="2350" dirty="0">
                  <a:solidFill>
                    <a:schemeClr val="bg1"/>
                  </a:solidFill>
                  <a:latin typeface="Arial"/>
                  <a:cs typeface="Arial"/>
                </a:rPr>
                <a:t>Milling,</a:t>
              </a:r>
              <a:r>
                <a:rPr lang="en-IN" sz="2350" spc="135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IN" sz="2350" spc="-10" dirty="0">
                  <a:solidFill>
                    <a:schemeClr val="bg1"/>
                  </a:solidFill>
                  <a:latin typeface="Arial"/>
                  <a:cs typeface="Arial"/>
                </a:rPr>
                <a:t>Turning</a:t>
              </a:r>
              <a:endParaRPr lang="en-IN" sz="23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BEBA0B7-F425-D3B5-B573-48FE2B33040F}"/>
              </a:ext>
            </a:extLst>
          </p:cNvPr>
          <p:cNvGrpSpPr/>
          <p:nvPr/>
        </p:nvGrpSpPr>
        <p:grpSpPr>
          <a:xfrm>
            <a:off x="935959" y="254675"/>
            <a:ext cx="18271377" cy="1290879"/>
            <a:chOff x="928120" y="165186"/>
            <a:chExt cx="18271377" cy="1290879"/>
          </a:xfrm>
        </p:grpSpPr>
        <p:sp>
          <p:nvSpPr>
            <p:cNvPr id="47" name="Rectangle: Diagonal Corners Snipped 46">
              <a:extLst>
                <a:ext uri="{FF2B5EF4-FFF2-40B4-BE49-F238E27FC236}">
                  <a16:creationId xmlns:a16="http://schemas.microsoft.com/office/drawing/2014/main" id="{85E902AB-BC9E-D8D4-C29C-843D20C9400E}"/>
                </a:ext>
              </a:extLst>
            </p:cNvPr>
            <p:cNvSpPr/>
            <p:nvPr/>
          </p:nvSpPr>
          <p:spPr>
            <a:xfrm>
              <a:off x="928120" y="165186"/>
              <a:ext cx="18271377" cy="1290879"/>
            </a:xfrm>
            <a:prstGeom prst="snip2Diag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78C4FC8-1D47-A22E-27CA-1B8FAAD2FC84}"/>
                </a:ext>
              </a:extLst>
            </p:cNvPr>
            <p:cNvSpPr txBox="1"/>
            <p:nvPr/>
          </p:nvSpPr>
          <p:spPr>
            <a:xfrm>
              <a:off x="1592050" y="363847"/>
              <a:ext cx="169200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400" b="1" dirty="0">
                  <a:solidFill>
                    <a:schemeClr val="bg1"/>
                  </a:solidFill>
                  <a:latin typeface="Artifakt Element Heavy" panose="020B0B03050000020004" pitchFamily="34" charset="0"/>
                  <a:ea typeface="Artifakt Element Heavy" panose="020B0B03050000020004" pitchFamily="34" charset="0"/>
                </a:rPr>
                <a:t>Basic Terminologies in Digital Fabrication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C53B4-E14C-8D8C-0CD1-DEE9FF261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8DCCEE1-3594-F7E0-B4CA-A24AA6772E1B}"/>
              </a:ext>
            </a:extLst>
          </p:cNvPr>
          <p:cNvGrpSpPr/>
          <p:nvPr/>
        </p:nvGrpSpPr>
        <p:grpSpPr>
          <a:xfrm>
            <a:off x="222282" y="1598604"/>
            <a:ext cx="6480000" cy="9360000"/>
            <a:chOff x="332050" y="1033022"/>
            <a:chExt cx="6480000" cy="93600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C4C01D0-61E6-61FA-7020-6843F7EA0800}"/>
                </a:ext>
              </a:extLst>
            </p:cNvPr>
            <p:cNvGrpSpPr/>
            <p:nvPr/>
          </p:nvGrpSpPr>
          <p:grpSpPr>
            <a:xfrm>
              <a:off x="332050" y="1033022"/>
              <a:ext cx="6480000" cy="9360000"/>
              <a:chOff x="1052050" y="974675"/>
              <a:chExt cx="6480000" cy="9360000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FA20F016-9FEA-3921-5EDD-0862B3BA4FC3}"/>
                  </a:ext>
                </a:extLst>
              </p:cNvPr>
              <p:cNvSpPr/>
              <p:nvPr/>
            </p:nvSpPr>
            <p:spPr>
              <a:xfrm>
                <a:off x="1052050" y="974675"/>
                <a:ext cx="6480000" cy="9360000"/>
              </a:xfrm>
              <a:custGeom>
                <a:avLst/>
                <a:gdLst>
                  <a:gd name="csX0" fmla="*/ 0 w 5760000"/>
                  <a:gd name="csY0" fmla="*/ 0 h 8280000"/>
                  <a:gd name="csX1" fmla="*/ 5760000 w 5760000"/>
                  <a:gd name="csY1" fmla="*/ 0 h 8280000"/>
                  <a:gd name="csX2" fmla="*/ 5760000 w 5760000"/>
                  <a:gd name="csY2" fmla="*/ 8280000 h 8280000"/>
                  <a:gd name="csX3" fmla="*/ 0 w 5760000"/>
                  <a:gd name="csY3" fmla="*/ 8280000 h 8280000"/>
                  <a:gd name="csX4" fmla="*/ 0 w 5760000"/>
                  <a:gd name="csY4" fmla="*/ 1080000 h 8280000"/>
                  <a:gd name="csX5" fmla="*/ 599998 w 5760000"/>
                  <a:gd name="csY5" fmla="*/ 1080000 h 8280000"/>
                  <a:gd name="csX6" fmla="*/ 720000 w 5760000"/>
                  <a:gd name="csY6" fmla="*/ 959998 h 8280000"/>
                  <a:gd name="csX7" fmla="*/ 720000 w 5760000"/>
                  <a:gd name="csY7" fmla="*/ 480002 h 8280000"/>
                  <a:gd name="csX8" fmla="*/ 599998 w 5760000"/>
                  <a:gd name="csY8" fmla="*/ 360000 h 8280000"/>
                  <a:gd name="csX9" fmla="*/ 0 w 5760000"/>
                  <a:gd name="csY9" fmla="*/ 360000 h 8280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5760000" h="8280000">
                    <a:moveTo>
                      <a:pt x="0" y="0"/>
                    </a:moveTo>
                    <a:lnTo>
                      <a:pt x="5760000" y="0"/>
                    </a:lnTo>
                    <a:lnTo>
                      <a:pt x="5760000" y="8280000"/>
                    </a:lnTo>
                    <a:lnTo>
                      <a:pt x="0" y="8280000"/>
                    </a:lnTo>
                    <a:lnTo>
                      <a:pt x="0" y="1080000"/>
                    </a:lnTo>
                    <a:lnTo>
                      <a:pt x="599998" y="1080000"/>
                    </a:lnTo>
                    <a:cubicBezTo>
                      <a:pt x="666273" y="1080000"/>
                      <a:pt x="720000" y="1026273"/>
                      <a:pt x="720000" y="959998"/>
                    </a:cubicBezTo>
                    <a:lnTo>
                      <a:pt x="720000" y="480002"/>
                    </a:lnTo>
                    <a:cubicBezTo>
                      <a:pt x="720000" y="413727"/>
                      <a:pt x="666273" y="360000"/>
                      <a:pt x="599998" y="360000"/>
                    </a:cubicBezTo>
                    <a:lnTo>
                      <a:pt x="0" y="360000"/>
                    </a:ln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381000" dist="381000" dir="10800000" algn="r" rotWithShape="0">
                  <a:schemeClr val="accent4">
                    <a:lumMod val="60000"/>
                    <a:lumOff val="4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547A2C-5195-854E-4E0A-60BEDA56E92C}"/>
                  </a:ext>
                </a:extLst>
              </p:cNvPr>
              <p:cNvSpPr txBox="1"/>
              <p:nvPr/>
            </p:nvSpPr>
            <p:spPr>
              <a:xfrm>
                <a:off x="1592050" y="1694675"/>
                <a:ext cx="5760000" cy="63094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latin typeface="Algerian" panose="04020705040A02060702" pitchFamily="82" charset="0"/>
                  </a:rPr>
                  <a:t>In CAD Lab</a:t>
                </a:r>
              </a:p>
              <a:p>
                <a:endParaRPr lang="en-US" sz="4000" b="1" dirty="0">
                  <a:latin typeface="Bodoni MT Black" panose="02070A03080606020203" pitchFamily="18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/>
                  <a:t>Sit properly and maintain posture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/>
                  <a:t>Do not touch wires or electric connections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/>
                  <a:t>Save work regularly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/>
                  <a:t>Follow lab instructions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/>
                  <a:t>Do not install unauthorized software</a:t>
                </a:r>
              </a:p>
              <a:p>
                <a:endParaRPr lang="en-IN" sz="36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9E55C14-5455-F91D-2419-6F47890B6359}"/>
                </a:ext>
              </a:extLst>
            </p:cNvPr>
            <p:cNvSpPr txBox="1"/>
            <p:nvPr/>
          </p:nvSpPr>
          <p:spPr>
            <a:xfrm>
              <a:off x="512050" y="1563109"/>
              <a:ext cx="72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600" b="1" dirty="0"/>
                <a:t>1.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ADB16B2-CD3E-4698-7C25-4E50FDEF2020}"/>
              </a:ext>
            </a:extLst>
          </p:cNvPr>
          <p:cNvGrpSpPr/>
          <p:nvPr/>
        </p:nvGrpSpPr>
        <p:grpSpPr>
          <a:xfrm>
            <a:off x="6923191" y="1598604"/>
            <a:ext cx="6480000" cy="9360000"/>
            <a:chOff x="7013191" y="1033022"/>
            <a:chExt cx="6480000" cy="936000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5BB18F0-0DCF-A20E-2555-405562FE267E}"/>
                </a:ext>
              </a:extLst>
            </p:cNvPr>
            <p:cNvGrpSpPr/>
            <p:nvPr/>
          </p:nvGrpSpPr>
          <p:grpSpPr>
            <a:xfrm>
              <a:off x="7013191" y="1033022"/>
              <a:ext cx="6480000" cy="9360000"/>
              <a:chOff x="1052050" y="974675"/>
              <a:chExt cx="6480000" cy="9360000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7A3689E5-EE3E-BE80-6286-66E5966D1127}"/>
                  </a:ext>
                </a:extLst>
              </p:cNvPr>
              <p:cNvSpPr/>
              <p:nvPr/>
            </p:nvSpPr>
            <p:spPr>
              <a:xfrm>
                <a:off x="1052050" y="974675"/>
                <a:ext cx="6480000" cy="9360000"/>
              </a:xfrm>
              <a:custGeom>
                <a:avLst/>
                <a:gdLst>
                  <a:gd name="csX0" fmla="*/ 0 w 5760000"/>
                  <a:gd name="csY0" fmla="*/ 0 h 8280000"/>
                  <a:gd name="csX1" fmla="*/ 5760000 w 5760000"/>
                  <a:gd name="csY1" fmla="*/ 0 h 8280000"/>
                  <a:gd name="csX2" fmla="*/ 5760000 w 5760000"/>
                  <a:gd name="csY2" fmla="*/ 8280000 h 8280000"/>
                  <a:gd name="csX3" fmla="*/ 0 w 5760000"/>
                  <a:gd name="csY3" fmla="*/ 8280000 h 8280000"/>
                  <a:gd name="csX4" fmla="*/ 0 w 5760000"/>
                  <a:gd name="csY4" fmla="*/ 1080000 h 8280000"/>
                  <a:gd name="csX5" fmla="*/ 599998 w 5760000"/>
                  <a:gd name="csY5" fmla="*/ 1080000 h 8280000"/>
                  <a:gd name="csX6" fmla="*/ 720000 w 5760000"/>
                  <a:gd name="csY6" fmla="*/ 959998 h 8280000"/>
                  <a:gd name="csX7" fmla="*/ 720000 w 5760000"/>
                  <a:gd name="csY7" fmla="*/ 480002 h 8280000"/>
                  <a:gd name="csX8" fmla="*/ 599998 w 5760000"/>
                  <a:gd name="csY8" fmla="*/ 360000 h 8280000"/>
                  <a:gd name="csX9" fmla="*/ 0 w 5760000"/>
                  <a:gd name="csY9" fmla="*/ 360000 h 8280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5760000" h="8280000">
                    <a:moveTo>
                      <a:pt x="0" y="0"/>
                    </a:moveTo>
                    <a:lnTo>
                      <a:pt x="5760000" y="0"/>
                    </a:lnTo>
                    <a:lnTo>
                      <a:pt x="5760000" y="8280000"/>
                    </a:lnTo>
                    <a:lnTo>
                      <a:pt x="0" y="8280000"/>
                    </a:lnTo>
                    <a:lnTo>
                      <a:pt x="0" y="1080000"/>
                    </a:lnTo>
                    <a:lnTo>
                      <a:pt x="599998" y="1080000"/>
                    </a:lnTo>
                    <a:cubicBezTo>
                      <a:pt x="666273" y="1080000"/>
                      <a:pt x="720000" y="1026273"/>
                      <a:pt x="720000" y="959998"/>
                    </a:cubicBezTo>
                    <a:lnTo>
                      <a:pt x="720000" y="480002"/>
                    </a:lnTo>
                    <a:cubicBezTo>
                      <a:pt x="720000" y="413727"/>
                      <a:pt x="666273" y="360000"/>
                      <a:pt x="599998" y="360000"/>
                    </a:cubicBezTo>
                    <a:lnTo>
                      <a:pt x="0" y="360000"/>
                    </a:ln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381000" dist="381000" dir="10800000" algn="r" rotWithShape="0">
                  <a:schemeClr val="accent5">
                    <a:lumMod val="40000"/>
                    <a:lumOff val="6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55DADB-0F02-997A-7AA9-6D45274992EF}"/>
                  </a:ext>
                </a:extLst>
              </p:cNvPr>
              <p:cNvSpPr txBox="1"/>
              <p:nvPr/>
            </p:nvSpPr>
            <p:spPr>
              <a:xfrm>
                <a:off x="1592050" y="1694675"/>
                <a:ext cx="5760000" cy="7417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latin typeface="Algerian" panose="04020705040A02060702" pitchFamily="82" charset="0"/>
                  </a:rPr>
                  <a:t>In Workshop</a:t>
                </a:r>
              </a:p>
              <a:p>
                <a:pPr algn="ctr"/>
                <a:endParaRPr lang="en-US" sz="4000" b="1" dirty="0">
                  <a:latin typeface="Algerian" panose="04020705040A02060702" pitchFamily="82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/>
                  <a:t>Wear safety goggles, gloves, and apron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/>
                  <a:t>Do not wear loose clothes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/>
                  <a:t>Keep hands away from moving machines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/>
                  <a:t>Follow instructor’s instructions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/>
                  <a:t>Switch off machines after use</a:t>
                </a:r>
              </a:p>
              <a:p>
                <a:endParaRPr lang="en-IN" sz="3600" dirty="0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16783AE-F3FA-969F-C7B3-E2B92C51A71B}"/>
                </a:ext>
              </a:extLst>
            </p:cNvPr>
            <p:cNvSpPr txBox="1"/>
            <p:nvPr/>
          </p:nvSpPr>
          <p:spPr>
            <a:xfrm>
              <a:off x="7013191" y="1499814"/>
              <a:ext cx="72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600" b="1" dirty="0"/>
                <a:t>2.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9D6D540-CB52-A607-EF31-E887087C08D2}"/>
              </a:ext>
            </a:extLst>
          </p:cNvPr>
          <p:cNvGrpSpPr/>
          <p:nvPr/>
        </p:nvGrpSpPr>
        <p:grpSpPr>
          <a:xfrm>
            <a:off x="13614150" y="1598604"/>
            <a:ext cx="6267668" cy="9363267"/>
            <a:chOff x="13624100" y="1033022"/>
            <a:chExt cx="6480000" cy="9360000"/>
          </a:xfrm>
          <a:effectLst>
            <a:outerShdw blurRad="381000" dist="381000" dir="10800000" sx="90000" sy="90000" algn="r" rotWithShape="0">
              <a:schemeClr val="tx2">
                <a:lumMod val="20000"/>
                <a:lumOff val="80000"/>
                <a:alpha val="40000"/>
              </a:schemeClr>
            </a:outerShdw>
          </a:effectLst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756088A-ABB4-32CE-DCFA-BDD8D3C7A7A3}"/>
                </a:ext>
              </a:extLst>
            </p:cNvPr>
            <p:cNvGrpSpPr/>
            <p:nvPr/>
          </p:nvGrpSpPr>
          <p:grpSpPr>
            <a:xfrm>
              <a:off x="13624100" y="1033022"/>
              <a:ext cx="6480000" cy="9360000"/>
              <a:chOff x="1052050" y="974675"/>
              <a:chExt cx="6480000" cy="9360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B45282F-012E-00E3-B8F9-7CF5F4706342}"/>
                  </a:ext>
                </a:extLst>
              </p:cNvPr>
              <p:cNvSpPr/>
              <p:nvPr/>
            </p:nvSpPr>
            <p:spPr>
              <a:xfrm>
                <a:off x="1052050" y="974675"/>
                <a:ext cx="6480000" cy="9360000"/>
              </a:xfrm>
              <a:custGeom>
                <a:avLst/>
                <a:gdLst>
                  <a:gd name="csX0" fmla="*/ 0 w 5760000"/>
                  <a:gd name="csY0" fmla="*/ 0 h 8280000"/>
                  <a:gd name="csX1" fmla="*/ 5760000 w 5760000"/>
                  <a:gd name="csY1" fmla="*/ 0 h 8280000"/>
                  <a:gd name="csX2" fmla="*/ 5760000 w 5760000"/>
                  <a:gd name="csY2" fmla="*/ 8280000 h 8280000"/>
                  <a:gd name="csX3" fmla="*/ 0 w 5760000"/>
                  <a:gd name="csY3" fmla="*/ 8280000 h 8280000"/>
                  <a:gd name="csX4" fmla="*/ 0 w 5760000"/>
                  <a:gd name="csY4" fmla="*/ 1080000 h 8280000"/>
                  <a:gd name="csX5" fmla="*/ 599998 w 5760000"/>
                  <a:gd name="csY5" fmla="*/ 1080000 h 8280000"/>
                  <a:gd name="csX6" fmla="*/ 720000 w 5760000"/>
                  <a:gd name="csY6" fmla="*/ 959998 h 8280000"/>
                  <a:gd name="csX7" fmla="*/ 720000 w 5760000"/>
                  <a:gd name="csY7" fmla="*/ 480002 h 8280000"/>
                  <a:gd name="csX8" fmla="*/ 599998 w 5760000"/>
                  <a:gd name="csY8" fmla="*/ 360000 h 8280000"/>
                  <a:gd name="csX9" fmla="*/ 0 w 5760000"/>
                  <a:gd name="csY9" fmla="*/ 360000 h 8280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5760000" h="8280000">
                    <a:moveTo>
                      <a:pt x="0" y="0"/>
                    </a:moveTo>
                    <a:lnTo>
                      <a:pt x="5760000" y="0"/>
                    </a:lnTo>
                    <a:lnTo>
                      <a:pt x="5760000" y="8280000"/>
                    </a:lnTo>
                    <a:lnTo>
                      <a:pt x="0" y="8280000"/>
                    </a:lnTo>
                    <a:lnTo>
                      <a:pt x="0" y="1080000"/>
                    </a:lnTo>
                    <a:lnTo>
                      <a:pt x="599998" y="1080000"/>
                    </a:lnTo>
                    <a:cubicBezTo>
                      <a:pt x="666273" y="1080000"/>
                      <a:pt x="720000" y="1026273"/>
                      <a:pt x="720000" y="959998"/>
                    </a:cubicBezTo>
                    <a:lnTo>
                      <a:pt x="720000" y="480002"/>
                    </a:lnTo>
                    <a:cubicBezTo>
                      <a:pt x="720000" y="413727"/>
                      <a:pt x="666273" y="360000"/>
                      <a:pt x="599998" y="360000"/>
                    </a:cubicBezTo>
                    <a:lnTo>
                      <a:pt x="0" y="360000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381000" dist="381000" dir="10800000" algn="r" rotWithShape="0">
                  <a:schemeClr val="accent1">
                    <a:lumMod val="20000"/>
                    <a:lumOff val="8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BD8D0E-2106-0095-61FA-FE5733F13172}"/>
                  </a:ext>
                </a:extLst>
              </p:cNvPr>
              <p:cNvSpPr txBox="1"/>
              <p:nvPr/>
            </p:nvSpPr>
            <p:spPr>
              <a:xfrm>
                <a:off x="1592050" y="1694675"/>
                <a:ext cx="5760000" cy="7968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latin typeface="Algerian" panose="04020705040A02060702" pitchFamily="82" charset="0"/>
                  </a:rPr>
                  <a:t>During Industrial Visit</a:t>
                </a:r>
              </a:p>
              <a:p>
                <a:pPr algn="ctr"/>
                <a:endParaRPr lang="en-US" sz="3600" b="1" dirty="0">
                  <a:latin typeface="Algerian" panose="04020705040A02060702" pitchFamily="82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/>
                  <a:t>Follow all company safety rules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/>
                  <a:t>Wear helmet and safety shoes if required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/>
                  <a:t>Do not touch machines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/>
                  <a:t>Maintain discipline and silence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/>
                  <a:t>Stay with your group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/>
                  <a:t>Observe and take notes carefully</a:t>
                </a:r>
              </a:p>
              <a:p>
                <a:endParaRPr lang="en-IN" sz="3600" dirty="0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863A8D7-C287-CD11-9B50-9DED17834581}"/>
                </a:ext>
              </a:extLst>
            </p:cNvPr>
            <p:cNvSpPr txBox="1"/>
            <p:nvPr/>
          </p:nvSpPr>
          <p:spPr>
            <a:xfrm>
              <a:off x="13694332" y="1563109"/>
              <a:ext cx="72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600" b="1" dirty="0"/>
                <a:t>3.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34F409F-E320-ADA3-BA27-261A1B1D4296}"/>
              </a:ext>
            </a:extLst>
          </p:cNvPr>
          <p:cNvSpPr txBox="1"/>
          <p:nvPr/>
        </p:nvSpPr>
        <p:spPr>
          <a:xfrm>
            <a:off x="441000" y="320470"/>
            <a:ext cx="19222100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Safety and Protocols in CAD Lab, Workshop &amp; Industrial Visits</a:t>
            </a:r>
            <a:endParaRPr lang="en-IN" sz="4800" b="1" dirty="0">
              <a:latin typeface="Cooper Black" panose="0208090404030B0204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F70227-B94E-0575-774B-7F59C3F74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695" b="96714" l="5085" r="94915">
                        <a14:foregroundMark x1="7203" y1="76995" x2="7203" y2="76995"/>
                        <a14:foregroundMark x1="16102" y1="92019" x2="16102" y2="92019"/>
                        <a14:foregroundMark x1="91525" y1="79343" x2="91525" y2="79343"/>
                        <a14:foregroundMark x1="48305" y1="7512" x2="48305" y2="7512"/>
                        <a14:foregroundMark x1="48305" y1="5164" x2="48305" y2="5164"/>
                        <a14:foregroundMark x1="5085" y1="84507" x2="5085" y2="84507"/>
                        <a14:foregroundMark x1="16949" y1="96714" x2="16949" y2="96714"/>
                        <a14:foregroundMark x1="94915" y1="84977" x2="94915" y2="8497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92050" y="8990746"/>
            <a:ext cx="1711276" cy="154449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449B125-5CB1-226F-3B0F-075121951D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299" b="92208" l="1370" r="99543">
                        <a14:foregroundMark x1="27397" y1="74459" x2="27397" y2="74459"/>
                        <a14:foregroundMark x1="50228" y1="83117" x2="50228" y2="83117"/>
                        <a14:foregroundMark x1="51598" y1="89177" x2="51598" y2="89177"/>
                        <a14:foregroundMark x1="49315" y1="92208" x2="49315" y2="92208"/>
                        <a14:foregroundMark x1="47032" y1="6494" x2="47032" y2="6494"/>
                        <a14:foregroundMark x1="50228" y1="3463" x2="50228" y2="3463"/>
                        <a14:foregroundMark x1="49315" y1="10390" x2="49315" y2="10390"/>
                        <a14:foregroundMark x1="92237" y1="49351" x2="92237" y2="49351"/>
                        <a14:foregroundMark x1="94977" y1="48918" x2="94977" y2="48918"/>
                        <a14:foregroundMark x1="7763" y1="45455" x2="7763" y2="45455"/>
                        <a14:foregroundMark x1="5936" y1="45455" x2="5936" y2="45455"/>
                        <a14:foregroundMark x1="1826" y1="45887" x2="1826" y2="45887"/>
                        <a14:foregroundMark x1="50228" y1="1299" x2="50228" y2="1299"/>
                        <a14:foregroundMark x1="99543" y1="47619" x2="99543" y2="476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32050" y="8610608"/>
            <a:ext cx="2085975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764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Freeform: Shape 263">
            <a:extLst>
              <a:ext uri="{FF2B5EF4-FFF2-40B4-BE49-F238E27FC236}">
                <a16:creationId xmlns:a16="http://schemas.microsoft.com/office/drawing/2014/main" id="{09429F70-46F5-4FEB-2D24-DA894031FBCE}"/>
              </a:ext>
            </a:extLst>
          </p:cNvPr>
          <p:cNvSpPr/>
          <p:nvPr/>
        </p:nvSpPr>
        <p:spPr>
          <a:xfrm>
            <a:off x="0" y="0"/>
            <a:ext cx="20104100" cy="11309350"/>
          </a:xfrm>
          <a:custGeom>
            <a:avLst/>
            <a:gdLst>
              <a:gd name="csX0" fmla="*/ 0 w 20104100"/>
              <a:gd name="csY0" fmla="*/ 0 h 11309350"/>
              <a:gd name="csX1" fmla="*/ 20104100 w 20104100"/>
              <a:gd name="csY1" fmla="*/ 0 h 11309350"/>
              <a:gd name="csX2" fmla="*/ 20104100 w 20104100"/>
              <a:gd name="csY2" fmla="*/ 11309350 h 11309350"/>
              <a:gd name="csX3" fmla="*/ 0 w 20104100"/>
              <a:gd name="csY3" fmla="*/ 11309350 h 11309350"/>
              <a:gd name="csX4" fmla="*/ 0 w 20104100"/>
              <a:gd name="csY4" fmla="*/ 1505465 h 11309350"/>
              <a:gd name="csX5" fmla="*/ 6195300 w 20104100"/>
              <a:gd name="csY5" fmla="*/ 1505465 h 11309350"/>
              <a:gd name="csX6" fmla="*/ 6424142 w 20104100"/>
              <a:gd name="csY6" fmla="*/ 1276622 h 11309350"/>
              <a:gd name="csX7" fmla="*/ 6424142 w 20104100"/>
              <a:gd name="csY7" fmla="*/ 361275 h 11309350"/>
              <a:gd name="csX8" fmla="*/ 6195300 w 20104100"/>
              <a:gd name="csY8" fmla="*/ 132432 h 11309350"/>
              <a:gd name="csX9" fmla="*/ 0 w 20104100"/>
              <a:gd name="csY9" fmla="*/ 132432 h 11309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0104100" h="11309350">
                <a:moveTo>
                  <a:pt x="0" y="0"/>
                </a:moveTo>
                <a:lnTo>
                  <a:pt x="20104100" y="0"/>
                </a:lnTo>
                <a:lnTo>
                  <a:pt x="20104100" y="11309350"/>
                </a:lnTo>
                <a:lnTo>
                  <a:pt x="0" y="11309350"/>
                </a:lnTo>
                <a:lnTo>
                  <a:pt x="0" y="1505465"/>
                </a:lnTo>
                <a:lnTo>
                  <a:pt x="6195300" y="1505465"/>
                </a:lnTo>
                <a:cubicBezTo>
                  <a:pt x="6321686" y="1505465"/>
                  <a:pt x="6424142" y="1403008"/>
                  <a:pt x="6424142" y="1276622"/>
                </a:cubicBezTo>
                <a:lnTo>
                  <a:pt x="6424142" y="361275"/>
                </a:lnTo>
                <a:cubicBezTo>
                  <a:pt x="6424142" y="234889"/>
                  <a:pt x="6321686" y="132432"/>
                  <a:pt x="6195300" y="132432"/>
                </a:cubicBezTo>
                <a:lnTo>
                  <a:pt x="0" y="132432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alpha val="80000"/>
                  <a:lumMod val="84000"/>
                </a:schemeClr>
              </a:gs>
              <a:gs pos="51000">
                <a:schemeClr val="accent1">
                  <a:lumMod val="45000"/>
                  <a:lumOff val="55000"/>
                </a:schemeClr>
              </a:gs>
              <a:gs pos="95000">
                <a:schemeClr val="tx1"/>
              </a:gs>
              <a:gs pos="100000">
                <a:schemeClr val="tx1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EFAC7147-1650-F520-178A-DCA09B83F3DB}"/>
              </a:ext>
            </a:extLst>
          </p:cNvPr>
          <p:cNvSpPr/>
          <p:nvPr/>
        </p:nvSpPr>
        <p:spPr>
          <a:xfrm rot="16358585">
            <a:off x="9291133" y="1545763"/>
            <a:ext cx="1939404" cy="3690958"/>
          </a:xfrm>
          <a:custGeom>
            <a:avLst/>
            <a:gdLst>
              <a:gd name="csX0" fmla="*/ 1935601 w 1939404"/>
              <a:gd name="csY0" fmla="*/ 1591882 h 3690958"/>
              <a:gd name="csX1" fmla="*/ 1427284 w 1939404"/>
              <a:gd name="csY1" fmla="*/ 3579911 h 3690958"/>
              <a:gd name="csX2" fmla="*/ 1351971 w 1939404"/>
              <a:gd name="csY2" fmla="*/ 3690958 h 3690958"/>
              <a:gd name="csX3" fmla="*/ 506437 w 1939404"/>
              <a:gd name="csY3" fmla="*/ 3357351 h 3690958"/>
              <a:gd name="csX4" fmla="*/ 0 w 1939404"/>
              <a:gd name="csY4" fmla="*/ 2535536 h 3690958"/>
              <a:gd name="csX5" fmla="*/ 9451 w 1939404"/>
              <a:gd name="csY5" fmla="*/ 2518227 h 3690958"/>
              <a:gd name="csX6" fmla="*/ 182468 w 1939404"/>
              <a:gd name="csY6" fmla="*/ 1672812 h 3690958"/>
              <a:gd name="csX7" fmla="*/ 79585 w 1939404"/>
              <a:gd name="csY7" fmla="*/ 1155123 h 3690958"/>
              <a:gd name="csX8" fmla="*/ 46314 w 1939404"/>
              <a:gd name="csY8" fmla="*/ 1075765 h 3690958"/>
              <a:gd name="csX9" fmla="*/ 830964 w 1939404"/>
              <a:gd name="csY9" fmla="*/ 847084 h 3690958"/>
              <a:gd name="csX10" fmla="*/ 1467589 w 1939404"/>
              <a:gd name="csY10" fmla="*/ 0 h 3690958"/>
              <a:gd name="csX11" fmla="*/ 1597058 w 1939404"/>
              <a:gd name="csY11" fmla="*/ 239805 h 3690958"/>
              <a:gd name="csX12" fmla="*/ 1935601 w 1939404"/>
              <a:gd name="csY12" fmla="*/ 1591882 h 3690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939404" h="3690958">
                <a:moveTo>
                  <a:pt x="1935601" y="1591882"/>
                </a:moveTo>
                <a:cubicBezTo>
                  <a:pt x="1969124" y="2318053"/>
                  <a:pt x="1779512" y="3002856"/>
                  <a:pt x="1427284" y="3579911"/>
                </a:cubicBezTo>
                <a:lnTo>
                  <a:pt x="1351971" y="3690958"/>
                </a:lnTo>
                <a:lnTo>
                  <a:pt x="506437" y="3357351"/>
                </a:lnTo>
                <a:lnTo>
                  <a:pt x="0" y="2535536"/>
                </a:lnTo>
                <a:lnTo>
                  <a:pt x="9451" y="2518227"/>
                </a:lnTo>
                <a:cubicBezTo>
                  <a:pt x="132927" y="2263591"/>
                  <a:pt x="196436" y="1975384"/>
                  <a:pt x="182468" y="1672812"/>
                </a:cubicBezTo>
                <a:cubicBezTo>
                  <a:pt x="174088" y="1491269"/>
                  <a:pt x="138411" y="1317445"/>
                  <a:pt x="79585" y="1155123"/>
                </a:cubicBezTo>
                <a:lnTo>
                  <a:pt x="46314" y="1075765"/>
                </a:lnTo>
                <a:lnTo>
                  <a:pt x="830964" y="847084"/>
                </a:lnTo>
                <a:lnTo>
                  <a:pt x="1467589" y="0"/>
                </a:lnTo>
                <a:lnTo>
                  <a:pt x="1597058" y="239805"/>
                </a:lnTo>
                <a:cubicBezTo>
                  <a:pt x="1793850" y="651098"/>
                  <a:pt x="1913253" y="1107767"/>
                  <a:pt x="1935601" y="1591882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6" name="Freeform: Shape 175">
            <a:extLst>
              <a:ext uri="{FF2B5EF4-FFF2-40B4-BE49-F238E27FC236}">
                <a16:creationId xmlns:a16="http://schemas.microsoft.com/office/drawing/2014/main" id="{B1E95A47-7F2A-5034-0ACE-0448C5ED785A}"/>
              </a:ext>
            </a:extLst>
          </p:cNvPr>
          <p:cNvSpPr/>
          <p:nvPr/>
        </p:nvSpPr>
        <p:spPr>
          <a:xfrm rot="16358585">
            <a:off x="6543897" y="3072865"/>
            <a:ext cx="2644406" cy="2495304"/>
          </a:xfrm>
          <a:custGeom>
            <a:avLst/>
            <a:gdLst>
              <a:gd name="csX0" fmla="*/ 2644406 w 2644406"/>
              <a:gd name="csY0" fmla="*/ 1420903 h 2495304"/>
              <a:gd name="csX1" fmla="*/ 2000392 w 2644406"/>
              <a:gd name="csY1" fmla="*/ 2277818 h 2495304"/>
              <a:gd name="csX2" fmla="*/ 1254155 w 2644406"/>
              <a:gd name="csY2" fmla="*/ 2495304 h 2495304"/>
              <a:gd name="csX3" fmla="*/ 1229031 w 2644406"/>
              <a:gd name="csY3" fmla="*/ 2457948 h 2495304"/>
              <a:gd name="csX4" fmla="*/ 94586 w 2644406"/>
              <a:gd name="csY4" fmla="*/ 1771423 h 2495304"/>
              <a:gd name="csX5" fmla="*/ 11369 w 2644406"/>
              <a:gd name="csY5" fmla="*/ 1762627 h 2495304"/>
              <a:gd name="csX6" fmla="*/ 299071 w 2644406"/>
              <a:gd name="csY6" fmla="*/ 898389 h 2495304"/>
              <a:gd name="csX7" fmla="*/ 0 w 2644406"/>
              <a:gd name="csY7" fmla="*/ 0 h 2495304"/>
              <a:gd name="csX8" fmla="*/ 18025 w 2644406"/>
              <a:gd name="csY8" fmla="*/ 537 h 2495304"/>
              <a:gd name="csX9" fmla="*/ 2637507 w 2644406"/>
              <a:gd name="csY9" fmla="*/ 1410646 h 2495304"/>
              <a:gd name="csX10" fmla="*/ 2644406 w 2644406"/>
              <a:gd name="csY10" fmla="*/ 1420903 h 24953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44406" h="2495304">
                <a:moveTo>
                  <a:pt x="2644406" y="1420903"/>
                </a:moveTo>
                <a:lnTo>
                  <a:pt x="2000392" y="2277818"/>
                </a:lnTo>
                <a:lnTo>
                  <a:pt x="1254155" y="2495304"/>
                </a:lnTo>
                <a:lnTo>
                  <a:pt x="1229031" y="2457948"/>
                </a:lnTo>
                <a:cubicBezTo>
                  <a:pt x="959768" y="2096513"/>
                  <a:pt x="555397" y="1843763"/>
                  <a:pt x="94586" y="1771423"/>
                </a:cubicBezTo>
                <a:lnTo>
                  <a:pt x="11369" y="1762627"/>
                </a:lnTo>
                <a:lnTo>
                  <a:pt x="299071" y="898389"/>
                </a:lnTo>
                <a:lnTo>
                  <a:pt x="0" y="0"/>
                </a:lnTo>
                <a:lnTo>
                  <a:pt x="18025" y="537"/>
                </a:lnTo>
                <a:cubicBezTo>
                  <a:pt x="1083831" y="59299"/>
                  <a:pt x="2031666" y="597419"/>
                  <a:pt x="2637507" y="1410646"/>
                </a:cubicBezTo>
                <a:lnTo>
                  <a:pt x="2644406" y="14209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5" name="Freeform: Shape 174">
            <a:extLst>
              <a:ext uri="{FF2B5EF4-FFF2-40B4-BE49-F238E27FC236}">
                <a16:creationId xmlns:a16="http://schemas.microsoft.com/office/drawing/2014/main" id="{5BD7937F-7D5B-4474-35B5-781FC1597D13}"/>
              </a:ext>
            </a:extLst>
          </p:cNvPr>
          <p:cNvSpPr/>
          <p:nvPr/>
        </p:nvSpPr>
        <p:spPr>
          <a:xfrm rot="16358585">
            <a:off x="10898335" y="3667500"/>
            <a:ext cx="3043476" cy="2387217"/>
          </a:xfrm>
          <a:custGeom>
            <a:avLst/>
            <a:gdLst>
              <a:gd name="csX0" fmla="*/ 3043476 w 3043476"/>
              <a:gd name="csY0" fmla="*/ 1121686 h 2387217"/>
              <a:gd name="csX1" fmla="*/ 2943861 w 3043476"/>
              <a:gd name="csY1" fmla="*/ 1242000 h 2387217"/>
              <a:gd name="csX2" fmla="*/ 511964 w 3043476"/>
              <a:gd name="csY2" fmla="*/ 2383414 h 2387217"/>
              <a:gd name="csX3" fmla="*/ 152633 w 3043476"/>
              <a:gd name="csY3" fmla="*/ 2381861 h 2387217"/>
              <a:gd name="csX4" fmla="*/ 100015 w 3043476"/>
              <a:gd name="csY4" fmla="*/ 2377629 h 2387217"/>
              <a:gd name="csX5" fmla="*/ 0 w 3043476"/>
              <a:gd name="csY5" fmla="*/ 1568779 h 2387217"/>
              <a:gd name="csX6" fmla="*/ 543182 w 3043476"/>
              <a:gd name="csY6" fmla="*/ 619416 h 2387217"/>
              <a:gd name="csX7" fmla="*/ 609864 w 3043476"/>
              <a:gd name="csY7" fmla="*/ 612955 h 2387217"/>
              <a:gd name="csX8" fmla="*/ 1646982 w 3043476"/>
              <a:gd name="csY8" fmla="*/ 59575 h 2387217"/>
              <a:gd name="csX9" fmla="*/ 1696307 w 3043476"/>
              <a:gd name="csY9" fmla="*/ 0 h 2387217"/>
              <a:gd name="csX10" fmla="*/ 2176819 w 3043476"/>
              <a:gd name="csY10" fmla="*/ 779743 h 2387217"/>
              <a:gd name="csX11" fmla="*/ 3043476 w 3043476"/>
              <a:gd name="csY11" fmla="*/ 1121686 h 23872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43476" h="2387217">
                <a:moveTo>
                  <a:pt x="3043476" y="1121686"/>
                </a:moveTo>
                <a:lnTo>
                  <a:pt x="2943861" y="1242000"/>
                </a:lnTo>
                <a:cubicBezTo>
                  <a:pt x="2338642" y="1905801"/>
                  <a:pt x="1480192" y="2338718"/>
                  <a:pt x="511964" y="2383414"/>
                </a:cubicBezTo>
                <a:cubicBezTo>
                  <a:pt x="390936" y="2389002"/>
                  <a:pt x="271056" y="2388390"/>
                  <a:pt x="152633" y="2381861"/>
                </a:cubicBezTo>
                <a:lnTo>
                  <a:pt x="100015" y="2377629"/>
                </a:lnTo>
                <a:lnTo>
                  <a:pt x="0" y="1568779"/>
                </a:lnTo>
                <a:lnTo>
                  <a:pt x="543182" y="619416"/>
                </a:lnTo>
                <a:lnTo>
                  <a:pt x="609864" y="612955"/>
                </a:lnTo>
                <a:cubicBezTo>
                  <a:pt x="1020476" y="552015"/>
                  <a:pt x="1382199" y="349987"/>
                  <a:pt x="1646982" y="59575"/>
                </a:cubicBezTo>
                <a:lnTo>
                  <a:pt x="1696307" y="0"/>
                </a:lnTo>
                <a:lnTo>
                  <a:pt x="2176819" y="779743"/>
                </a:lnTo>
                <a:lnTo>
                  <a:pt x="3043476" y="1121686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0" name="Freeform: Shape 169">
            <a:extLst>
              <a:ext uri="{FF2B5EF4-FFF2-40B4-BE49-F238E27FC236}">
                <a16:creationId xmlns:a16="http://schemas.microsoft.com/office/drawing/2014/main" id="{84361714-0FE9-2ADC-2FCA-BFEB11D4DF9F}"/>
              </a:ext>
            </a:extLst>
          </p:cNvPr>
          <p:cNvSpPr/>
          <p:nvPr/>
        </p:nvSpPr>
        <p:spPr>
          <a:xfrm rot="16358585">
            <a:off x="6272556" y="5946336"/>
            <a:ext cx="2881327" cy="2447879"/>
          </a:xfrm>
          <a:custGeom>
            <a:avLst/>
            <a:gdLst>
              <a:gd name="csX0" fmla="*/ 2881327 w 2881327"/>
              <a:gd name="csY0" fmla="*/ 895981 h 2447879"/>
              <a:gd name="csX1" fmla="*/ 2593298 w 2881327"/>
              <a:gd name="csY1" fmla="*/ 1761196 h 2447879"/>
              <a:gd name="csX2" fmla="*/ 2533031 w 2881327"/>
              <a:gd name="csY2" fmla="*/ 1767035 h 2447879"/>
              <a:gd name="csX3" fmla="*/ 1495912 w 2881327"/>
              <a:gd name="csY3" fmla="*/ 2320416 h 2447879"/>
              <a:gd name="csX4" fmla="*/ 1390378 w 2881327"/>
              <a:gd name="csY4" fmla="*/ 2447879 h 2447879"/>
              <a:gd name="csX5" fmla="*/ 950072 w 2881327"/>
              <a:gd name="csY5" fmla="*/ 1745111 h 2447879"/>
              <a:gd name="csX6" fmla="*/ 0 w 2881327"/>
              <a:gd name="csY6" fmla="*/ 1378382 h 2447879"/>
              <a:gd name="csX7" fmla="*/ 199034 w 2881327"/>
              <a:gd name="csY7" fmla="*/ 1137990 h 2447879"/>
              <a:gd name="csX8" fmla="*/ 2450710 w 2881327"/>
              <a:gd name="csY8" fmla="*/ 9467 h 2447879"/>
              <a:gd name="csX9" fmla="*/ 2583056 w 2881327"/>
              <a:gd name="csY9" fmla="*/ 0 h 2447879"/>
              <a:gd name="csX10" fmla="*/ 2881327 w 2881327"/>
              <a:gd name="csY10" fmla="*/ 895981 h 24478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881327" h="2447879">
                <a:moveTo>
                  <a:pt x="2881327" y="895981"/>
                </a:moveTo>
                <a:lnTo>
                  <a:pt x="2593298" y="1761196"/>
                </a:lnTo>
                <a:lnTo>
                  <a:pt x="2533031" y="1767035"/>
                </a:lnTo>
                <a:cubicBezTo>
                  <a:pt x="2122419" y="1827975"/>
                  <a:pt x="1760696" y="2030003"/>
                  <a:pt x="1495912" y="2320416"/>
                </a:cubicBezTo>
                <a:lnTo>
                  <a:pt x="1390378" y="2447879"/>
                </a:lnTo>
                <a:lnTo>
                  <a:pt x="950072" y="1745111"/>
                </a:lnTo>
                <a:lnTo>
                  <a:pt x="0" y="1378382"/>
                </a:lnTo>
                <a:lnTo>
                  <a:pt x="199034" y="1137990"/>
                </a:lnTo>
                <a:cubicBezTo>
                  <a:pt x="766427" y="515677"/>
                  <a:pt x="1556385" y="96289"/>
                  <a:pt x="2450710" y="9467"/>
                </a:cubicBezTo>
                <a:lnTo>
                  <a:pt x="2583056" y="0"/>
                </a:lnTo>
                <a:lnTo>
                  <a:pt x="2881327" y="895981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8" name="Freeform: Shape 167">
            <a:extLst>
              <a:ext uri="{FF2B5EF4-FFF2-40B4-BE49-F238E27FC236}">
                <a16:creationId xmlns:a16="http://schemas.microsoft.com/office/drawing/2014/main" id="{EA2BE0FB-C126-A841-1BED-415F955D4CE1}"/>
              </a:ext>
            </a:extLst>
          </p:cNvPr>
          <p:cNvSpPr/>
          <p:nvPr/>
        </p:nvSpPr>
        <p:spPr>
          <a:xfrm rot="16358585">
            <a:off x="10746658" y="6325208"/>
            <a:ext cx="2754045" cy="2609666"/>
          </a:xfrm>
          <a:custGeom>
            <a:avLst/>
            <a:gdLst>
              <a:gd name="csX0" fmla="*/ 2754045 w 2754045"/>
              <a:gd name="csY0" fmla="*/ 895141 h 2609666"/>
              <a:gd name="csX1" fmla="*/ 2252603 w 2754045"/>
              <a:gd name="csY1" fmla="*/ 1771556 h 2609666"/>
              <a:gd name="csX2" fmla="*/ 2356234 w 2754045"/>
              <a:gd name="csY2" fmla="*/ 2609666 h 2609666"/>
              <a:gd name="csX3" fmla="*/ 2265537 w 2754045"/>
              <a:gd name="csY3" fmla="*/ 2593097 h 2609666"/>
              <a:gd name="csX4" fmla="*/ 168090 w 2754045"/>
              <a:gd name="csY4" fmla="*/ 1251369 h 2609666"/>
              <a:gd name="csX5" fmla="*/ 0 w 2754045"/>
              <a:gd name="csY5" fmla="*/ 1001438 h 2609666"/>
              <a:gd name="csX6" fmla="*/ 574090 w 2754045"/>
              <a:gd name="csY6" fmla="*/ 248224 h 2609666"/>
              <a:gd name="csX7" fmla="*/ 1447756 w 2754045"/>
              <a:gd name="csY7" fmla="*/ 0 h 2609666"/>
              <a:gd name="csX8" fmla="*/ 1482079 w 2754045"/>
              <a:gd name="csY8" fmla="*/ 63575 h 2609666"/>
              <a:gd name="csX9" fmla="*/ 2711011 w 2754045"/>
              <a:gd name="csY9" fmla="*/ 890592 h 2609666"/>
              <a:gd name="csX10" fmla="*/ 2754045 w 2754045"/>
              <a:gd name="csY10" fmla="*/ 895141 h 26096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754045" h="2609666">
                <a:moveTo>
                  <a:pt x="2754045" y="895141"/>
                </a:moveTo>
                <a:lnTo>
                  <a:pt x="2252603" y="1771556"/>
                </a:lnTo>
                <a:lnTo>
                  <a:pt x="2356234" y="2609666"/>
                </a:lnTo>
                <a:lnTo>
                  <a:pt x="2265537" y="2593097"/>
                </a:lnTo>
                <a:cubicBezTo>
                  <a:pt x="1415321" y="2415701"/>
                  <a:pt x="672957" y="1929059"/>
                  <a:pt x="168090" y="1251369"/>
                </a:cubicBezTo>
                <a:lnTo>
                  <a:pt x="0" y="1001438"/>
                </a:lnTo>
                <a:lnTo>
                  <a:pt x="574090" y="248224"/>
                </a:lnTo>
                <a:lnTo>
                  <a:pt x="1447756" y="0"/>
                </a:lnTo>
                <a:lnTo>
                  <a:pt x="1482079" y="63575"/>
                </a:lnTo>
                <a:cubicBezTo>
                  <a:pt x="1745618" y="499495"/>
                  <a:pt x="2192598" y="809209"/>
                  <a:pt x="2711011" y="890592"/>
                </a:cubicBezTo>
                <a:lnTo>
                  <a:pt x="2754045" y="895141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361624AB-FBC4-8B9F-F0E3-FEB8FCC41BBC}"/>
              </a:ext>
            </a:extLst>
          </p:cNvPr>
          <p:cNvSpPr/>
          <p:nvPr/>
        </p:nvSpPr>
        <p:spPr>
          <a:xfrm rot="16358585">
            <a:off x="8823940" y="6825642"/>
            <a:ext cx="1898806" cy="3299120"/>
          </a:xfrm>
          <a:custGeom>
            <a:avLst/>
            <a:gdLst>
              <a:gd name="csX0" fmla="*/ 1898806 w 1898806"/>
              <a:gd name="csY0" fmla="*/ 1118973 h 3299120"/>
              <a:gd name="csX1" fmla="*/ 1863205 w 1898806"/>
              <a:gd name="csY1" fmla="*/ 1202528 h 3299120"/>
              <a:gd name="csX2" fmla="*/ 1756936 w 1898806"/>
              <a:gd name="csY2" fmla="*/ 1891286 h 3299120"/>
              <a:gd name="csX3" fmla="*/ 1808864 w 1898806"/>
              <a:gd name="csY3" fmla="*/ 2242959 h 3299120"/>
              <a:gd name="csX4" fmla="*/ 1829343 w 1898806"/>
              <a:gd name="csY4" fmla="*/ 2309681 h 3299120"/>
              <a:gd name="csX5" fmla="*/ 879504 w 1898806"/>
              <a:gd name="csY5" fmla="*/ 2579548 h 3299120"/>
              <a:gd name="csX6" fmla="*/ 331054 w 1898806"/>
              <a:gd name="csY6" fmla="*/ 3299120 h 3299120"/>
              <a:gd name="csX7" fmla="*/ 272216 w 1898806"/>
              <a:gd name="csY7" fmla="*/ 3167967 h 3299120"/>
              <a:gd name="csX8" fmla="*/ 3803 w 1898806"/>
              <a:gd name="csY8" fmla="*/ 1972216 h 3299120"/>
              <a:gd name="csX9" fmla="*/ 349838 w 1898806"/>
              <a:gd name="csY9" fmla="*/ 281386 h 3299120"/>
              <a:gd name="csX10" fmla="*/ 503486 w 1898806"/>
              <a:gd name="csY10" fmla="*/ 0 h 3299120"/>
              <a:gd name="csX11" fmla="*/ 1419191 w 1898806"/>
              <a:gd name="csY11" fmla="*/ 353462 h 3299120"/>
              <a:gd name="csX12" fmla="*/ 1898806 w 1898806"/>
              <a:gd name="csY12" fmla="*/ 1118973 h 32991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898806" h="3299120">
                <a:moveTo>
                  <a:pt x="1898806" y="1118973"/>
                </a:moveTo>
                <a:lnTo>
                  <a:pt x="1863205" y="1202528"/>
                </a:lnTo>
                <a:cubicBezTo>
                  <a:pt x="1784174" y="1416365"/>
                  <a:pt x="1745762" y="1649229"/>
                  <a:pt x="1756936" y="1891286"/>
                </a:cubicBezTo>
                <a:cubicBezTo>
                  <a:pt x="1762524" y="2012315"/>
                  <a:pt x="1780242" y="2129913"/>
                  <a:pt x="1808864" y="2242959"/>
                </a:cubicBezTo>
                <a:lnTo>
                  <a:pt x="1829343" y="2309681"/>
                </a:lnTo>
                <a:lnTo>
                  <a:pt x="879504" y="2579548"/>
                </a:lnTo>
                <a:lnTo>
                  <a:pt x="331054" y="3299120"/>
                </a:lnTo>
                <a:lnTo>
                  <a:pt x="272216" y="3167967"/>
                </a:lnTo>
                <a:cubicBezTo>
                  <a:pt x="117221" y="2798404"/>
                  <a:pt x="23358" y="2395816"/>
                  <a:pt x="3803" y="1972216"/>
                </a:cubicBezTo>
                <a:cubicBezTo>
                  <a:pt x="-24132" y="1367074"/>
                  <a:pt x="102887" y="790659"/>
                  <a:pt x="349838" y="281386"/>
                </a:cubicBezTo>
                <a:lnTo>
                  <a:pt x="503486" y="0"/>
                </a:lnTo>
                <a:lnTo>
                  <a:pt x="1419191" y="353462"/>
                </a:lnTo>
                <a:lnTo>
                  <a:pt x="1898806" y="1118973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6F2D19EB-37FE-18BE-526D-2241AB20C282}"/>
              </a:ext>
            </a:extLst>
          </p:cNvPr>
          <p:cNvCxnSpPr>
            <a:cxnSpLocks/>
            <a:stCxn id="179" idx="0"/>
          </p:cNvCxnSpPr>
          <p:nvPr/>
        </p:nvCxnSpPr>
        <p:spPr>
          <a:xfrm flipV="1">
            <a:off x="10052049" y="1694675"/>
            <a:ext cx="1" cy="72000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4F142B01-4E43-952B-7D5E-A8F15B075155}"/>
              </a:ext>
            </a:extLst>
          </p:cNvPr>
          <p:cNvCxnSpPr>
            <a:cxnSpLocks/>
          </p:cNvCxnSpPr>
          <p:nvPr/>
        </p:nvCxnSpPr>
        <p:spPr>
          <a:xfrm flipV="1">
            <a:off x="10052048" y="9499664"/>
            <a:ext cx="1" cy="72000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6CE3B3CB-9427-3033-4D6E-CF5A058A0491}"/>
              </a:ext>
            </a:extLst>
          </p:cNvPr>
          <p:cNvCxnSpPr>
            <a:cxnSpLocks/>
          </p:cNvCxnSpPr>
          <p:nvPr/>
        </p:nvCxnSpPr>
        <p:spPr>
          <a:xfrm flipV="1">
            <a:off x="10052048" y="1373033"/>
            <a:ext cx="0" cy="32164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6" name="TextBox 195">
            <a:extLst>
              <a:ext uri="{FF2B5EF4-FFF2-40B4-BE49-F238E27FC236}">
                <a16:creationId xmlns:a16="http://schemas.microsoft.com/office/drawing/2014/main" id="{A947E2DD-D59A-32A8-9628-5F7A060D5CCF}"/>
              </a:ext>
            </a:extLst>
          </p:cNvPr>
          <p:cNvSpPr txBox="1"/>
          <p:nvPr/>
        </p:nvSpPr>
        <p:spPr>
          <a:xfrm>
            <a:off x="7984481" y="377783"/>
            <a:ext cx="4345946" cy="1015663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000" b="1" dirty="0"/>
              <a:t>Leader, </a:t>
            </a:r>
            <a:r>
              <a:rPr lang="en-IN" sz="2000" b="1" dirty="0" err="1"/>
              <a:t>Designer,Fabrication</a:t>
            </a:r>
            <a:r>
              <a:rPr lang="en-IN" sz="2000" b="1" dirty="0"/>
              <a:t> in-charge</a:t>
            </a:r>
          </a:p>
          <a:p>
            <a:r>
              <a:rPr lang="en-IN" sz="2000" b="1" dirty="0"/>
              <a:t>Documentation in-charge</a:t>
            </a:r>
          </a:p>
          <a:p>
            <a:r>
              <a:rPr lang="en-IN" sz="2000" b="1" dirty="0"/>
              <a:t>Documentation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CDD378C9-99FA-34DC-5555-BB664A74EDBF}"/>
              </a:ext>
            </a:extLst>
          </p:cNvPr>
          <p:cNvSpPr txBox="1"/>
          <p:nvPr/>
        </p:nvSpPr>
        <p:spPr>
          <a:xfrm rot="257588">
            <a:off x="9618615" y="2763006"/>
            <a:ext cx="14655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Clear Role Distribution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9A7F4239-037D-6910-C8C7-3C1E68CD2A37}"/>
              </a:ext>
            </a:extLst>
          </p:cNvPr>
          <p:cNvSpPr txBox="1"/>
          <p:nvPr/>
        </p:nvSpPr>
        <p:spPr>
          <a:xfrm rot="3802704">
            <a:off x="11865242" y="4705916"/>
            <a:ext cx="14655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Proper Planning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0A6EFE29-F631-88FC-37FE-F2DC9BEDD3DC}"/>
              </a:ext>
            </a:extLst>
          </p:cNvPr>
          <p:cNvSpPr txBox="1"/>
          <p:nvPr/>
        </p:nvSpPr>
        <p:spPr>
          <a:xfrm rot="18630543">
            <a:off x="10874932" y="7422772"/>
            <a:ext cx="22317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Communication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39E3B839-7902-3BC8-8B6E-7F47EA055FEA}"/>
              </a:ext>
            </a:extLst>
          </p:cNvPr>
          <p:cNvSpPr txBox="1"/>
          <p:nvPr/>
        </p:nvSpPr>
        <p:spPr>
          <a:xfrm rot="567077">
            <a:off x="8985857" y="8113842"/>
            <a:ext cx="1603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Use of Digital Tools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CC1FA3D9-2A54-B0F5-0FFB-C4970A74CE99}"/>
              </a:ext>
            </a:extLst>
          </p:cNvPr>
          <p:cNvSpPr txBox="1"/>
          <p:nvPr/>
        </p:nvSpPr>
        <p:spPr>
          <a:xfrm rot="4217514">
            <a:off x="6712713" y="6622104"/>
            <a:ext cx="19842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Testing and Improvement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FBF7F31D-868B-A213-6F51-E9901771D0F1}"/>
              </a:ext>
            </a:extLst>
          </p:cNvPr>
          <p:cNvSpPr txBox="1"/>
          <p:nvPr/>
        </p:nvSpPr>
        <p:spPr>
          <a:xfrm rot="18475026">
            <a:off x="6913397" y="4090046"/>
            <a:ext cx="20019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Documentation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73A37BFD-E100-CF9E-417D-A293672BA953}"/>
              </a:ext>
            </a:extLst>
          </p:cNvPr>
          <p:cNvSpPr txBox="1"/>
          <p:nvPr/>
        </p:nvSpPr>
        <p:spPr>
          <a:xfrm>
            <a:off x="8272134" y="9953570"/>
            <a:ext cx="3985439" cy="1323439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Use CAD software for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Use simulation before fabrication</a:t>
            </a:r>
          </a:p>
          <a:p>
            <a:endParaRPr lang="en-IN" sz="2000" b="1" dirty="0"/>
          </a:p>
        </p:txBody>
      </p: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94795D39-46A0-61FA-ABE9-B2E50481F483}"/>
              </a:ext>
            </a:extLst>
          </p:cNvPr>
          <p:cNvCxnSpPr>
            <a:cxnSpLocks/>
          </p:cNvCxnSpPr>
          <p:nvPr/>
        </p:nvCxnSpPr>
        <p:spPr>
          <a:xfrm flipV="1">
            <a:off x="13242761" y="3628597"/>
            <a:ext cx="840650" cy="8164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2292628A-70E9-F5E2-3B95-4C25A25D64E4}"/>
              </a:ext>
            </a:extLst>
          </p:cNvPr>
          <p:cNvCxnSpPr>
            <a:cxnSpLocks/>
          </p:cNvCxnSpPr>
          <p:nvPr/>
        </p:nvCxnSpPr>
        <p:spPr>
          <a:xfrm>
            <a:off x="14083411" y="3628597"/>
            <a:ext cx="10086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38E2FEC5-502E-DD9F-91F4-A6A809C72269}"/>
              </a:ext>
            </a:extLst>
          </p:cNvPr>
          <p:cNvCxnSpPr/>
          <p:nvPr/>
        </p:nvCxnSpPr>
        <p:spPr>
          <a:xfrm>
            <a:off x="12867725" y="7986966"/>
            <a:ext cx="914400" cy="9144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0C21B1F5-822A-5696-ABB2-35D9C78A4E8E}"/>
              </a:ext>
            </a:extLst>
          </p:cNvPr>
          <p:cNvCxnSpPr>
            <a:cxnSpLocks/>
          </p:cNvCxnSpPr>
          <p:nvPr/>
        </p:nvCxnSpPr>
        <p:spPr>
          <a:xfrm>
            <a:off x="13782125" y="8901366"/>
            <a:ext cx="1111296" cy="585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C80A88D5-3CCC-8BA9-6F18-84E87655DACA}"/>
              </a:ext>
            </a:extLst>
          </p:cNvPr>
          <p:cNvSpPr txBox="1"/>
          <p:nvPr/>
        </p:nvSpPr>
        <p:spPr>
          <a:xfrm>
            <a:off x="14893421" y="8601171"/>
            <a:ext cx="4518629" cy="98488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Regular group discussions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Share ideas and improvements</a:t>
            </a:r>
          </a:p>
          <a:p>
            <a:endParaRPr lang="en-IN" dirty="0"/>
          </a:p>
        </p:txBody>
      </p: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46608F8C-64A6-1465-0B87-CED473D071C6}"/>
              </a:ext>
            </a:extLst>
          </p:cNvPr>
          <p:cNvCxnSpPr>
            <a:cxnSpLocks/>
          </p:cNvCxnSpPr>
          <p:nvPr/>
        </p:nvCxnSpPr>
        <p:spPr>
          <a:xfrm flipH="1" flipV="1">
            <a:off x="6164602" y="3377512"/>
            <a:ext cx="872443" cy="6592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FD5613B6-2567-2485-B199-2003124D9EC5}"/>
              </a:ext>
            </a:extLst>
          </p:cNvPr>
          <p:cNvCxnSpPr>
            <a:cxnSpLocks/>
          </p:cNvCxnSpPr>
          <p:nvPr/>
        </p:nvCxnSpPr>
        <p:spPr>
          <a:xfrm flipH="1">
            <a:off x="5012050" y="3377512"/>
            <a:ext cx="115255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4" name="TextBox 233">
            <a:extLst>
              <a:ext uri="{FF2B5EF4-FFF2-40B4-BE49-F238E27FC236}">
                <a16:creationId xmlns:a16="http://schemas.microsoft.com/office/drawing/2014/main" id="{25622050-D432-C582-9171-123C9D8EB098}"/>
              </a:ext>
            </a:extLst>
          </p:cNvPr>
          <p:cNvSpPr txBox="1"/>
          <p:nvPr/>
        </p:nvSpPr>
        <p:spPr>
          <a:xfrm>
            <a:off x="1412049" y="2885069"/>
            <a:ext cx="3559779" cy="1323439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project 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Record all steps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diagrams and photos</a:t>
            </a:r>
          </a:p>
          <a:p>
            <a:endParaRPr lang="en-IN" sz="2000" b="1" dirty="0"/>
          </a:p>
        </p:txBody>
      </p: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EA78BDBE-11DA-B4AF-3F3B-89F98E19C5B3}"/>
              </a:ext>
            </a:extLst>
          </p:cNvPr>
          <p:cNvCxnSpPr>
            <a:cxnSpLocks/>
          </p:cNvCxnSpPr>
          <p:nvPr/>
        </p:nvCxnSpPr>
        <p:spPr>
          <a:xfrm flipV="1">
            <a:off x="6164602" y="7450740"/>
            <a:ext cx="647448" cy="7239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C1BA1F01-3EDC-A5FC-D710-1C11CA35A7B8}"/>
              </a:ext>
            </a:extLst>
          </p:cNvPr>
          <p:cNvCxnSpPr>
            <a:cxnSpLocks/>
          </p:cNvCxnSpPr>
          <p:nvPr/>
        </p:nvCxnSpPr>
        <p:spPr>
          <a:xfrm flipH="1">
            <a:off x="5012050" y="8174675"/>
            <a:ext cx="115255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04D6B5A7-824F-16C8-49FA-08DBE5D0D521}"/>
              </a:ext>
            </a:extLst>
          </p:cNvPr>
          <p:cNvCxnSpPr>
            <a:cxnSpLocks/>
            <a:stCxn id="164" idx="8"/>
          </p:cNvCxnSpPr>
          <p:nvPr/>
        </p:nvCxnSpPr>
        <p:spPr>
          <a:xfrm>
            <a:off x="10052050" y="9434675"/>
            <a:ext cx="0" cy="5188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0" name="TextBox 249">
            <a:extLst>
              <a:ext uri="{FF2B5EF4-FFF2-40B4-BE49-F238E27FC236}">
                <a16:creationId xmlns:a16="http://schemas.microsoft.com/office/drawing/2014/main" id="{57C057E0-0AB7-6F6F-E307-0EC6ED3EB204}"/>
              </a:ext>
            </a:extLst>
          </p:cNvPr>
          <p:cNvSpPr txBox="1"/>
          <p:nvPr/>
        </p:nvSpPr>
        <p:spPr>
          <a:xfrm>
            <a:off x="1772050" y="7729060"/>
            <a:ext cx="3234703" cy="1015663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prototype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design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366BE5EA-7BB9-F4D2-758A-28F9C5C7185E}"/>
              </a:ext>
            </a:extLst>
          </p:cNvPr>
          <p:cNvSpPr txBox="1"/>
          <p:nvPr/>
        </p:nvSpPr>
        <p:spPr>
          <a:xfrm>
            <a:off x="15092050" y="3120189"/>
            <a:ext cx="4345947" cy="132343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problem clearly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 design plan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 timeline and deadlines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dirty="0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F871BAEF-1CD6-2F95-0D15-429FD66AF43A}"/>
              </a:ext>
            </a:extLst>
          </p:cNvPr>
          <p:cNvSpPr txBox="1"/>
          <p:nvPr/>
        </p:nvSpPr>
        <p:spPr>
          <a:xfrm>
            <a:off x="-27950" y="254675"/>
            <a:ext cx="61925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Algerian" panose="04020705040A02060702" pitchFamily="82" charset="0"/>
              </a:rPr>
              <a:t>Guidelines for Group Design &amp; Fabrication Projects</a:t>
            </a:r>
            <a:endParaRPr lang="en-IN" sz="3200" b="1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pic>
        <p:nvPicPr>
          <p:cNvPr id="265" name="Picture 264">
            <a:extLst>
              <a:ext uri="{FF2B5EF4-FFF2-40B4-BE49-F238E27FC236}">
                <a16:creationId xmlns:a16="http://schemas.microsoft.com/office/drawing/2014/main" id="{A1823BBF-F09B-5BFE-2071-F4076CFCED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844" l="9961" r="91602">
                        <a14:foregroundMark x1="47070" y1="13867" x2="47070" y2="13867"/>
                        <a14:foregroundMark x1="49219" y1="16309" x2="49219" y2="16309"/>
                        <a14:foregroundMark x1="57227" y1="18066" x2="39746" y2="16699"/>
                        <a14:foregroundMark x1="39746" y1="16699" x2="42871" y2="24609"/>
                        <a14:foregroundMark x1="45801" y1="13477" x2="45801" y2="13477"/>
                        <a14:foregroundMark x1="45801" y1="13184" x2="45801" y2="13184"/>
                        <a14:foregroundMark x1="44336" y1="13184" x2="22168" y2="20313"/>
                        <a14:foregroundMark x1="22168" y1="20313" x2="20508" y2="24316"/>
                        <a14:foregroundMark x1="31738" y1="20605" x2="16602" y2="47754"/>
                        <a14:foregroundMark x1="16602" y1="47754" x2="14355" y2="69043"/>
                        <a14:foregroundMark x1="14355" y1="69043" x2="25098" y2="78125"/>
                        <a14:foregroundMark x1="25098" y1="78125" x2="53125" y2="79785"/>
                        <a14:foregroundMark x1="53125" y1="79785" x2="65918" y2="77051"/>
                        <a14:foregroundMark x1="65918" y1="77051" x2="76855" y2="50391"/>
                        <a14:foregroundMark x1="76855" y1="50391" x2="74316" y2="31055"/>
                        <a14:foregroundMark x1="74316" y1="31055" x2="57813" y2="23047"/>
                        <a14:foregroundMark x1="57813" y1="23047" x2="45508" y2="22070"/>
                        <a14:foregroundMark x1="82422" y1="27832" x2="50879" y2="15723"/>
                        <a14:foregroundMark x1="73047" y1="26660" x2="88477" y2="52441"/>
                        <a14:foregroundMark x1="82227" y1="35254" x2="83887" y2="44141"/>
                        <a14:foregroundMark x1="82422" y1="34082" x2="79883" y2="34082"/>
                        <a14:foregroundMark x1="77930" y1="33789" x2="77930" y2="33789"/>
                        <a14:foregroundMark x1="77051" y1="31836" x2="77051" y2="31836"/>
                        <a14:foregroundMark x1="44629" y1="34668" x2="29980" y2="57617"/>
                        <a14:foregroundMark x1="44336" y1="20020" x2="35156" y2="29004"/>
                        <a14:foregroundMark x1="35156" y1="29004" x2="28711" y2="54297"/>
                        <a14:foregroundMark x1="28711" y1="54297" x2="49512" y2="73438"/>
                        <a14:foregroundMark x1="49512" y1="73438" x2="58398" y2="73926"/>
                        <a14:foregroundMark x1="31738" y1="22656" x2="19434" y2="50000"/>
                        <a14:foregroundMark x1="19434" y1="50000" x2="25781" y2="64746"/>
                        <a14:foregroundMark x1="25781" y1="64746" x2="52246" y2="76758"/>
                        <a14:foregroundMark x1="52246" y1="76758" x2="54980" y2="77148"/>
                        <a14:foregroundMark x1="68457" y1="67676" x2="56055" y2="76660"/>
                        <a14:foregroundMark x1="56055" y1="76660" x2="50391" y2="78516"/>
                        <a14:foregroundMark x1="83594" y1="57324" x2="56934" y2="78516"/>
                        <a14:foregroundMark x1="84766" y1="67676" x2="73047" y2="78613"/>
                        <a14:foregroundMark x1="73047" y1="78613" x2="58398" y2="85645"/>
                        <a14:foregroundMark x1="58398" y1="85645" x2="40918" y2="87988"/>
                        <a14:foregroundMark x1="40918" y1="87988" x2="32520" y2="85156"/>
                        <a14:foregroundMark x1="22559" y1="75977" x2="30859" y2="81445"/>
                        <a14:foregroundMark x1="30859" y1="82031" x2="30859" y2="82031"/>
                        <a14:foregroundMark x1="29688" y1="83398" x2="29688" y2="83398"/>
                        <a14:foregroundMark x1="31152" y1="83398" x2="31152" y2="83398"/>
                        <a14:foregroundMark x1="31152" y1="83398" x2="31152" y2="83398"/>
                        <a14:foregroundMark x1="66406" y1="36523" x2="66406" y2="36523"/>
                        <a14:foregroundMark x1="47461" y1="47461" x2="47461" y2="47461"/>
                        <a14:foregroundMark x1="42480" y1="51563" x2="42480" y2="51563"/>
                        <a14:foregroundMark x1="52539" y1="55176" x2="52539" y2="55176"/>
                        <a14:foregroundMark x1="56055" y1="55176" x2="56055" y2="55176"/>
                        <a14:foregroundMark x1="41992" y1="60449" x2="41992" y2="60449"/>
                        <a14:foregroundMark x1="37793" y1="37402" x2="37793" y2="37402"/>
                        <a14:foregroundMark x1="19434" y1="28027" x2="19434" y2="28027"/>
                        <a14:foregroundMark x1="19922" y1="28320" x2="19922" y2="28320"/>
                        <a14:foregroundMark x1="29297" y1="23145" x2="19434" y2="42188"/>
                        <a14:foregroundMark x1="30762" y1="20508" x2="16699" y2="36230"/>
                        <a14:foregroundMark x1="16699" y1="36230" x2="15723" y2="45020"/>
                        <a14:foregroundMark x1="31934" y1="18359" x2="21777" y2="30176"/>
                        <a14:foregroundMark x1="21777" y1="30176" x2="21680" y2="30371"/>
                        <a14:foregroundMark x1="27539" y1="17773" x2="27539" y2="17773"/>
                        <a14:foregroundMark x1="30469" y1="15723" x2="30469" y2="15723"/>
                        <a14:foregroundMark x1="33887" y1="15137" x2="34961" y2="14941"/>
                        <a14:foregroundMark x1="36621" y1="13867" x2="50000" y2="11621"/>
                        <a14:foregroundMark x1="50000" y1="11621" x2="64063" y2="12305"/>
                        <a14:foregroundMark x1="64063" y1="12305" x2="76074" y2="18164"/>
                        <a14:foregroundMark x1="76074" y1="18164" x2="82813" y2="30176"/>
                        <a14:foregroundMark x1="54395" y1="33105" x2="54395" y2="33105"/>
                        <a14:foregroundMark x1="51855" y1="32910" x2="51855" y2="32910"/>
                        <a14:foregroundMark x1="51660" y1="28906" x2="51270" y2="38086"/>
                        <a14:foregroundMark x1="79883" y1="50195" x2="79883" y2="50195"/>
                        <a14:foregroundMark x1="85645" y1="66895" x2="85645" y2="66895"/>
                        <a14:foregroundMark x1="85742" y1="66895" x2="82715" y2="70215"/>
                        <a14:foregroundMark x1="83691" y1="70117" x2="75781" y2="79395"/>
                        <a14:foregroundMark x1="75781" y1="79395" x2="50684" y2="89844"/>
                        <a14:foregroundMark x1="50684" y1="89844" x2="49609" y2="88965"/>
                        <a14:foregroundMark x1="62305" y1="86035" x2="62305" y2="86035"/>
                        <a14:foregroundMark x1="64258" y1="86035" x2="64258" y2="86035"/>
                        <a14:foregroundMark x1="89551" y1="55078" x2="89551" y2="55078"/>
                        <a14:foregroundMark x1="89258" y1="56055" x2="84961" y2="67090"/>
                        <a14:foregroundMark x1="89941" y1="49219" x2="89941" y2="53418"/>
                        <a14:foregroundMark x1="89746" y1="46094" x2="85645" y2="38477"/>
                        <a14:foregroundMark x1="90820" y1="47070" x2="90820" y2="47070"/>
                        <a14:foregroundMark x1="91602" y1="47656" x2="90723" y2="55469"/>
                        <a14:foregroundMark x1="37598" y1="85156" x2="31836" y2="81348"/>
                        <a14:foregroundMark x1="37598" y1="85645" x2="25098" y2="78418"/>
                        <a14:foregroundMark x1="25098" y1="78418" x2="22754" y2="75977"/>
                        <a14:foregroundMark x1="21094" y1="75391" x2="28516" y2="82422"/>
                        <a14:foregroundMark x1="75293" y1="65430" x2="60547" y2="77441"/>
                        <a14:foregroundMark x1="24316" y1="62793" x2="38281" y2="75879"/>
                        <a14:foregroundMark x1="38281" y1="75879" x2="41309" y2="77246"/>
                        <a14:foregroundMark x1="35254" y1="73926" x2="23242" y2="64746"/>
                        <a14:foregroundMark x1="23242" y1="64746" x2="22754" y2="63379"/>
                        <a14:foregroundMark x1="34961" y1="33594" x2="41113" y2="39648"/>
                        <a14:foregroundMark x1="35156" y1="18848" x2="32910" y2="22070"/>
                        <a14:foregroundMark x1="24902" y1="24902" x2="22461" y2="25195"/>
                        <a14:foregroundMark x1="53418" y1="15430" x2="68457" y2="21289"/>
                        <a14:foregroundMark x1="68457" y1="21289" x2="81934" y2="35254"/>
                        <a14:foregroundMark x1="68555" y1="18457" x2="63770" y2="17090"/>
                        <a14:foregroundMark x1="72559" y1="17578" x2="43945" y2="13477"/>
                        <a14:foregroundMark x1="43945" y1="13477" x2="38867" y2="14453"/>
                        <a14:backgroundMark x1="22070" y1="9277" x2="22070" y2="9277"/>
                        <a14:backgroundMark x1="21582" y1="9277" x2="21582" y2="9277"/>
                        <a14:backgroundMark x1="21582" y1="9277" x2="21582" y2="9277"/>
                        <a14:backgroundMark x1="81250" y1="14355" x2="81250" y2="1435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52964" y="4179638"/>
            <a:ext cx="3598172" cy="359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822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2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2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2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2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2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2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2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2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2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2" dur="2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5" dur="2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8" dur="2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1" dur="2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4" dur="2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7" dur="2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0" dur="2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3" dur="2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" grpId="0" animBg="1"/>
      <p:bldP spid="179" grpId="0" animBg="1"/>
      <p:bldP spid="176" grpId="0" animBg="1"/>
      <p:bldP spid="175" grpId="0" animBg="1"/>
      <p:bldP spid="170" grpId="0" animBg="1"/>
      <p:bldP spid="168" grpId="0" animBg="1"/>
      <p:bldP spid="164" grpId="0" animBg="1"/>
      <p:bldP spid="196" grpId="0" animBg="1"/>
      <p:bldP spid="197" grpId="0"/>
      <p:bldP spid="198" grpId="0"/>
      <p:bldP spid="199" grpId="0"/>
      <p:bldP spid="200" grpId="0"/>
      <p:bldP spid="203" grpId="0"/>
      <p:bldP spid="204" grpId="0"/>
      <p:bldP spid="205" grpId="0" animBg="1"/>
      <p:bldP spid="224" grpId="0" animBg="1"/>
      <p:bldP spid="234" grpId="0" animBg="1"/>
      <p:bldP spid="250" grpId="0" animBg="1"/>
      <p:bldP spid="255" grpId="0" animBg="1"/>
      <p:bldP spid="26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5C59825D-5177-E732-341A-E5E9214C450B}"/>
              </a:ext>
            </a:extLst>
          </p:cNvPr>
          <p:cNvGrpSpPr/>
          <p:nvPr/>
        </p:nvGrpSpPr>
        <p:grpSpPr>
          <a:xfrm>
            <a:off x="8434057" y="7094675"/>
            <a:ext cx="3235985" cy="3223656"/>
            <a:chOff x="7176064" y="2603411"/>
            <a:chExt cx="5751970" cy="6103656"/>
          </a:xfrm>
        </p:grpSpPr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40C4CAD-CF77-B5C6-88EB-C3DB28ECCBBF}"/>
                </a:ext>
              </a:extLst>
            </p:cNvPr>
            <p:cNvSpPr/>
            <p:nvPr/>
          </p:nvSpPr>
          <p:spPr>
            <a:xfrm>
              <a:off x="10052049" y="3257092"/>
              <a:ext cx="1374871" cy="419510"/>
            </a:xfrm>
            <a:custGeom>
              <a:avLst/>
              <a:gdLst>
                <a:gd name="csX0" fmla="*/ 1132083 w 1374871"/>
                <a:gd name="csY0" fmla="*/ 0 h 419510"/>
                <a:gd name="csX1" fmla="*/ 1310387 w 1374871"/>
                <a:gd name="csY1" fmla="*/ 9004 h 419510"/>
                <a:gd name="csX2" fmla="*/ 1373917 w 1374871"/>
                <a:gd name="csY2" fmla="*/ 18700 h 419510"/>
                <a:gd name="csX3" fmla="*/ 1374871 w 1374871"/>
                <a:gd name="csY3" fmla="*/ 19975 h 419510"/>
                <a:gd name="csX4" fmla="*/ 1310387 w 1374871"/>
                <a:gd name="csY4" fmla="*/ 10134 h 419510"/>
                <a:gd name="csX5" fmla="*/ 1132083 w 1374871"/>
                <a:gd name="csY5" fmla="*/ 1130 h 419510"/>
                <a:gd name="csX6" fmla="*/ 22800 w 1374871"/>
                <a:gd name="csY6" fmla="*/ 399353 h 419510"/>
                <a:gd name="csX7" fmla="*/ 622 w 1374871"/>
                <a:gd name="csY7" fmla="*/ 419510 h 419510"/>
                <a:gd name="csX8" fmla="*/ 0 w 1374871"/>
                <a:gd name="csY8" fmla="*/ 418945 h 419510"/>
                <a:gd name="csX9" fmla="*/ 22800 w 1374871"/>
                <a:gd name="csY9" fmla="*/ 398223 h 419510"/>
                <a:gd name="csX10" fmla="*/ 1132083 w 1374871"/>
                <a:gd name="csY10" fmla="*/ 0 h 419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74871" h="419510">
                  <a:moveTo>
                    <a:pt x="1132083" y="0"/>
                  </a:moveTo>
                  <a:cubicBezTo>
                    <a:pt x="1192279" y="0"/>
                    <a:pt x="1251762" y="3050"/>
                    <a:pt x="1310387" y="9004"/>
                  </a:cubicBezTo>
                  <a:lnTo>
                    <a:pt x="1373917" y="18700"/>
                  </a:lnTo>
                  <a:lnTo>
                    <a:pt x="1374871" y="19975"/>
                  </a:lnTo>
                  <a:lnTo>
                    <a:pt x="1310387" y="10134"/>
                  </a:lnTo>
                  <a:cubicBezTo>
                    <a:pt x="1251762" y="4180"/>
                    <a:pt x="1192279" y="1130"/>
                    <a:pt x="1132083" y="1130"/>
                  </a:cubicBezTo>
                  <a:cubicBezTo>
                    <a:pt x="710714" y="1130"/>
                    <a:pt x="324249" y="150575"/>
                    <a:pt x="22800" y="399353"/>
                  </a:cubicBezTo>
                  <a:lnTo>
                    <a:pt x="622" y="419510"/>
                  </a:lnTo>
                  <a:lnTo>
                    <a:pt x="0" y="418945"/>
                  </a:lnTo>
                  <a:lnTo>
                    <a:pt x="22800" y="398223"/>
                  </a:lnTo>
                  <a:cubicBezTo>
                    <a:pt x="324249" y="149445"/>
                    <a:pt x="710714" y="0"/>
                    <a:pt x="1132083" y="0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5C5D6C2C-3323-3757-61BA-66F99CEF49FF}"/>
                </a:ext>
              </a:extLst>
            </p:cNvPr>
            <p:cNvSpPr/>
            <p:nvPr/>
          </p:nvSpPr>
          <p:spPr>
            <a:xfrm>
              <a:off x="10629435" y="4564453"/>
              <a:ext cx="1136110" cy="102469"/>
            </a:xfrm>
            <a:custGeom>
              <a:avLst/>
              <a:gdLst>
                <a:gd name="csX0" fmla="*/ 554697 w 1136110"/>
                <a:gd name="csY0" fmla="*/ 0 h 102469"/>
                <a:gd name="csX1" fmla="*/ 1073280 w 1136110"/>
                <a:gd name="csY1" fmla="*/ 78402 h 102469"/>
                <a:gd name="csX2" fmla="*/ 1136110 w 1136110"/>
                <a:gd name="csY2" fmla="*/ 101399 h 102469"/>
                <a:gd name="csX3" fmla="*/ 1135947 w 1136110"/>
                <a:gd name="csY3" fmla="*/ 102469 h 102469"/>
                <a:gd name="csX4" fmla="*/ 1073280 w 1136110"/>
                <a:gd name="csY4" fmla="*/ 79532 h 102469"/>
                <a:gd name="csX5" fmla="*/ 554697 w 1136110"/>
                <a:gd name="csY5" fmla="*/ 1130 h 102469"/>
                <a:gd name="csX6" fmla="*/ 36114 w 1136110"/>
                <a:gd name="csY6" fmla="*/ 79532 h 102469"/>
                <a:gd name="csX7" fmla="*/ 164 w 1136110"/>
                <a:gd name="csY7" fmla="*/ 92690 h 102469"/>
                <a:gd name="csX8" fmla="*/ 0 w 1136110"/>
                <a:gd name="csY8" fmla="*/ 91620 h 102469"/>
                <a:gd name="csX9" fmla="*/ 36114 w 1136110"/>
                <a:gd name="csY9" fmla="*/ 78402 h 102469"/>
                <a:gd name="csX10" fmla="*/ 554697 w 1136110"/>
                <a:gd name="csY10" fmla="*/ 0 h 102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36110" h="102469">
                  <a:moveTo>
                    <a:pt x="554697" y="0"/>
                  </a:moveTo>
                  <a:cubicBezTo>
                    <a:pt x="735284" y="0"/>
                    <a:pt x="909460" y="27449"/>
                    <a:pt x="1073280" y="78402"/>
                  </a:cubicBezTo>
                  <a:lnTo>
                    <a:pt x="1136110" y="101399"/>
                  </a:lnTo>
                  <a:lnTo>
                    <a:pt x="1135947" y="102469"/>
                  </a:lnTo>
                  <a:lnTo>
                    <a:pt x="1073280" y="79532"/>
                  </a:lnTo>
                  <a:cubicBezTo>
                    <a:pt x="909460" y="28579"/>
                    <a:pt x="735284" y="1130"/>
                    <a:pt x="554697" y="1130"/>
                  </a:cubicBezTo>
                  <a:cubicBezTo>
                    <a:pt x="374110" y="1130"/>
                    <a:pt x="199934" y="28579"/>
                    <a:pt x="36114" y="79532"/>
                  </a:cubicBezTo>
                  <a:lnTo>
                    <a:pt x="164" y="92690"/>
                  </a:lnTo>
                  <a:lnTo>
                    <a:pt x="0" y="91620"/>
                  </a:lnTo>
                  <a:lnTo>
                    <a:pt x="36114" y="78402"/>
                  </a:lnTo>
                  <a:cubicBezTo>
                    <a:pt x="199934" y="27449"/>
                    <a:pt x="374110" y="0"/>
                    <a:pt x="554697" y="0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48A5FFFF-45E8-086B-E52A-DD97CAD15FE2}"/>
                </a:ext>
              </a:extLst>
            </p:cNvPr>
            <p:cNvSpPr/>
            <p:nvPr/>
          </p:nvSpPr>
          <p:spPr>
            <a:xfrm>
              <a:off x="9474499" y="4656073"/>
              <a:ext cx="327" cy="1130"/>
            </a:xfrm>
            <a:custGeom>
              <a:avLst/>
              <a:gdLst>
                <a:gd name="csX0" fmla="*/ 164 w 327"/>
                <a:gd name="csY0" fmla="*/ 0 h 1130"/>
                <a:gd name="csX1" fmla="*/ 327 w 327"/>
                <a:gd name="csY1" fmla="*/ 60 h 1130"/>
                <a:gd name="csX2" fmla="*/ 164 w 327"/>
                <a:gd name="csY2" fmla="*/ 1130 h 1130"/>
                <a:gd name="csX3" fmla="*/ 0 w 327"/>
                <a:gd name="csY3" fmla="*/ 1070 h 1130"/>
                <a:gd name="csX4" fmla="*/ 164 w 327"/>
                <a:gd name="csY4" fmla="*/ 0 h 1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7" h="1130">
                  <a:moveTo>
                    <a:pt x="164" y="0"/>
                  </a:moveTo>
                  <a:lnTo>
                    <a:pt x="327" y="60"/>
                  </a:lnTo>
                  <a:lnTo>
                    <a:pt x="164" y="1130"/>
                  </a:lnTo>
                  <a:lnTo>
                    <a:pt x="0" y="1070"/>
                  </a:lnTo>
                  <a:lnTo>
                    <a:pt x="164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CABA9E1E-7C6A-950B-B8DC-1ABAAFFBCEB9}"/>
                </a:ext>
              </a:extLst>
            </p:cNvPr>
            <p:cNvSpPr/>
            <p:nvPr/>
          </p:nvSpPr>
          <p:spPr>
            <a:xfrm>
              <a:off x="7303913" y="4665852"/>
              <a:ext cx="1034804" cy="989388"/>
            </a:xfrm>
            <a:custGeom>
              <a:avLst/>
              <a:gdLst>
                <a:gd name="csX0" fmla="*/ 1034640 w 1034804"/>
                <a:gd name="csY0" fmla="*/ 0 h 989388"/>
                <a:gd name="csX1" fmla="*/ 1034804 w 1034804"/>
                <a:gd name="csY1" fmla="*/ 1070 h 989388"/>
                <a:gd name="csX2" fmla="*/ 937248 w 1034804"/>
                <a:gd name="csY2" fmla="*/ 36776 h 989388"/>
                <a:gd name="csX3" fmla="*/ 9196 w 1034804"/>
                <a:gd name="csY3" fmla="*/ 964828 h 989388"/>
                <a:gd name="csX4" fmla="*/ 207 w 1034804"/>
                <a:gd name="csY4" fmla="*/ 989388 h 989388"/>
                <a:gd name="csX5" fmla="*/ 0 w 1034804"/>
                <a:gd name="csY5" fmla="*/ 988823 h 989388"/>
                <a:gd name="csX6" fmla="*/ 9196 w 1034804"/>
                <a:gd name="csY6" fmla="*/ 963698 h 989388"/>
                <a:gd name="csX7" fmla="*/ 937248 w 1034804"/>
                <a:gd name="csY7" fmla="*/ 35646 h 989388"/>
                <a:gd name="csX8" fmla="*/ 1034640 w 1034804"/>
                <a:gd name="csY8" fmla="*/ 0 h 9893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34804" h="989388">
                  <a:moveTo>
                    <a:pt x="1034640" y="0"/>
                  </a:moveTo>
                  <a:lnTo>
                    <a:pt x="1034804" y="1070"/>
                  </a:lnTo>
                  <a:lnTo>
                    <a:pt x="937248" y="36776"/>
                  </a:lnTo>
                  <a:cubicBezTo>
                    <a:pt x="519973" y="213268"/>
                    <a:pt x="185688" y="547553"/>
                    <a:pt x="9196" y="964828"/>
                  </a:cubicBezTo>
                  <a:lnTo>
                    <a:pt x="207" y="989388"/>
                  </a:lnTo>
                  <a:lnTo>
                    <a:pt x="0" y="988823"/>
                  </a:lnTo>
                  <a:lnTo>
                    <a:pt x="9196" y="963698"/>
                  </a:lnTo>
                  <a:cubicBezTo>
                    <a:pt x="185688" y="546423"/>
                    <a:pt x="519973" y="212138"/>
                    <a:pt x="937248" y="35646"/>
                  </a:cubicBezTo>
                  <a:lnTo>
                    <a:pt x="103464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1E574E63-BAC9-BF52-C38F-76F3AE819D36}"/>
                </a:ext>
              </a:extLst>
            </p:cNvPr>
            <p:cNvSpPr/>
            <p:nvPr/>
          </p:nvSpPr>
          <p:spPr>
            <a:xfrm>
              <a:off x="10051427" y="4983398"/>
              <a:ext cx="1244" cy="1130"/>
            </a:xfrm>
            <a:custGeom>
              <a:avLst/>
              <a:gdLst>
                <a:gd name="csX0" fmla="*/ 622 w 1244"/>
                <a:gd name="csY0" fmla="*/ 0 h 1130"/>
                <a:gd name="csX1" fmla="*/ 1244 w 1244"/>
                <a:gd name="csY1" fmla="*/ 565 h 1130"/>
                <a:gd name="csX2" fmla="*/ 622 w 1244"/>
                <a:gd name="csY2" fmla="*/ 1130 h 1130"/>
                <a:gd name="csX3" fmla="*/ 0 w 1244"/>
                <a:gd name="csY3" fmla="*/ 565 h 1130"/>
                <a:gd name="csX4" fmla="*/ 622 w 1244"/>
                <a:gd name="csY4" fmla="*/ 0 h 1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44" h="1130">
                  <a:moveTo>
                    <a:pt x="622" y="0"/>
                  </a:moveTo>
                  <a:lnTo>
                    <a:pt x="1244" y="565"/>
                  </a:lnTo>
                  <a:lnTo>
                    <a:pt x="622" y="1130"/>
                  </a:lnTo>
                  <a:lnTo>
                    <a:pt x="0" y="565"/>
                  </a:lnTo>
                  <a:lnTo>
                    <a:pt x="622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36D0265-5DD9-AFAD-E358-CA65B24C4FBC}"/>
                </a:ext>
              </a:extLst>
            </p:cNvPr>
            <p:cNvSpPr/>
            <p:nvPr/>
          </p:nvSpPr>
          <p:spPr>
            <a:xfrm>
              <a:off x="9568079" y="5237964"/>
              <a:ext cx="242136" cy="417276"/>
            </a:xfrm>
            <a:custGeom>
              <a:avLst/>
              <a:gdLst>
                <a:gd name="csX0" fmla="*/ 242136 w 242136"/>
                <a:gd name="csY0" fmla="*/ 0 h 417276"/>
                <a:gd name="csX1" fmla="*/ 169982 w 242136"/>
                <a:gd name="csY1" fmla="*/ 96489 h 417276"/>
                <a:gd name="csX2" fmla="*/ 9196 w 242136"/>
                <a:gd name="csY2" fmla="*/ 392716 h 417276"/>
                <a:gd name="csX3" fmla="*/ 207 w 242136"/>
                <a:gd name="csY3" fmla="*/ 417276 h 417276"/>
                <a:gd name="csX4" fmla="*/ 0 w 242136"/>
                <a:gd name="csY4" fmla="*/ 416711 h 417276"/>
                <a:gd name="csX5" fmla="*/ 9196 w 242136"/>
                <a:gd name="csY5" fmla="*/ 391586 h 417276"/>
                <a:gd name="csX6" fmla="*/ 169982 w 242136"/>
                <a:gd name="csY6" fmla="*/ 95359 h 417276"/>
                <a:gd name="csX7" fmla="*/ 241182 w 242136"/>
                <a:gd name="csY7" fmla="*/ 146 h 417276"/>
                <a:gd name="csX8" fmla="*/ 242136 w 242136"/>
                <a:gd name="csY8" fmla="*/ 0 h 4172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42136" h="417276">
                  <a:moveTo>
                    <a:pt x="242136" y="0"/>
                  </a:moveTo>
                  <a:lnTo>
                    <a:pt x="169982" y="96489"/>
                  </a:lnTo>
                  <a:cubicBezTo>
                    <a:pt x="107304" y="189265"/>
                    <a:pt x="53319" y="288397"/>
                    <a:pt x="9196" y="392716"/>
                  </a:cubicBezTo>
                  <a:lnTo>
                    <a:pt x="207" y="417276"/>
                  </a:lnTo>
                  <a:lnTo>
                    <a:pt x="0" y="416711"/>
                  </a:lnTo>
                  <a:lnTo>
                    <a:pt x="9196" y="391586"/>
                  </a:lnTo>
                  <a:cubicBezTo>
                    <a:pt x="53319" y="287267"/>
                    <a:pt x="107304" y="188135"/>
                    <a:pt x="169982" y="95359"/>
                  </a:cubicBezTo>
                  <a:lnTo>
                    <a:pt x="241182" y="146"/>
                  </a:lnTo>
                  <a:lnTo>
                    <a:pt x="242136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3725C57C-86C1-5445-9545-926DBE759BA4}"/>
                </a:ext>
              </a:extLst>
            </p:cNvPr>
            <p:cNvSpPr/>
            <p:nvPr/>
          </p:nvSpPr>
          <p:spPr>
            <a:xfrm>
              <a:off x="10293883" y="5237964"/>
              <a:ext cx="242136" cy="417276"/>
            </a:xfrm>
            <a:custGeom>
              <a:avLst/>
              <a:gdLst>
                <a:gd name="csX0" fmla="*/ 0 w 242136"/>
                <a:gd name="csY0" fmla="*/ 0 h 417276"/>
                <a:gd name="csX1" fmla="*/ 954 w 242136"/>
                <a:gd name="csY1" fmla="*/ 146 h 417276"/>
                <a:gd name="csX2" fmla="*/ 72154 w 242136"/>
                <a:gd name="csY2" fmla="*/ 95359 h 417276"/>
                <a:gd name="csX3" fmla="*/ 232940 w 242136"/>
                <a:gd name="csY3" fmla="*/ 391586 h 417276"/>
                <a:gd name="csX4" fmla="*/ 242136 w 242136"/>
                <a:gd name="csY4" fmla="*/ 416711 h 417276"/>
                <a:gd name="csX5" fmla="*/ 241929 w 242136"/>
                <a:gd name="csY5" fmla="*/ 417276 h 417276"/>
                <a:gd name="csX6" fmla="*/ 232940 w 242136"/>
                <a:gd name="csY6" fmla="*/ 392716 h 417276"/>
                <a:gd name="csX7" fmla="*/ 72154 w 242136"/>
                <a:gd name="csY7" fmla="*/ 96489 h 417276"/>
                <a:gd name="csX8" fmla="*/ 0 w 242136"/>
                <a:gd name="csY8" fmla="*/ 0 h 4172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42136" h="417276">
                  <a:moveTo>
                    <a:pt x="0" y="0"/>
                  </a:moveTo>
                  <a:lnTo>
                    <a:pt x="954" y="146"/>
                  </a:lnTo>
                  <a:lnTo>
                    <a:pt x="72154" y="95359"/>
                  </a:lnTo>
                  <a:cubicBezTo>
                    <a:pt x="134832" y="188135"/>
                    <a:pt x="188817" y="287267"/>
                    <a:pt x="232940" y="391586"/>
                  </a:cubicBezTo>
                  <a:lnTo>
                    <a:pt x="242136" y="416711"/>
                  </a:lnTo>
                  <a:lnTo>
                    <a:pt x="241929" y="417276"/>
                  </a:lnTo>
                  <a:lnTo>
                    <a:pt x="232940" y="392716"/>
                  </a:lnTo>
                  <a:cubicBezTo>
                    <a:pt x="188817" y="288397"/>
                    <a:pt x="134832" y="189265"/>
                    <a:pt x="72154" y="96489"/>
                  </a:cubicBez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D70EC06E-179D-1B9F-503D-014BE5DC9F96}"/>
                </a:ext>
              </a:extLst>
            </p:cNvPr>
            <p:cNvSpPr/>
            <p:nvPr/>
          </p:nvSpPr>
          <p:spPr>
            <a:xfrm>
              <a:off x="9470636" y="5320603"/>
              <a:ext cx="97443" cy="334637"/>
            </a:xfrm>
            <a:custGeom>
              <a:avLst/>
              <a:gdLst>
                <a:gd name="csX0" fmla="*/ 163 w 97443"/>
                <a:gd name="csY0" fmla="*/ 0 h 334637"/>
                <a:gd name="csX1" fmla="*/ 5024 w 97443"/>
                <a:gd name="csY1" fmla="*/ 31848 h 334637"/>
                <a:gd name="csX2" fmla="*/ 47996 w 97443"/>
                <a:gd name="csY2" fmla="*/ 198974 h 334637"/>
                <a:gd name="csX3" fmla="*/ 97443 w 97443"/>
                <a:gd name="csY3" fmla="*/ 334072 h 334637"/>
                <a:gd name="csX4" fmla="*/ 97236 w 97443"/>
                <a:gd name="csY4" fmla="*/ 334637 h 334637"/>
                <a:gd name="csX5" fmla="*/ 47996 w 97443"/>
                <a:gd name="csY5" fmla="*/ 200104 h 334637"/>
                <a:gd name="csX6" fmla="*/ 5024 w 97443"/>
                <a:gd name="csY6" fmla="*/ 32978 h 334637"/>
                <a:gd name="csX7" fmla="*/ 0 w 97443"/>
                <a:gd name="csY7" fmla="*/ 60 h 334637"/>
                <a:gd name="csX8" fmla="*/ 163 w 97443"/>
                <a:gd name="csY8" fmla="*/ 0 h 3346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97443" h="334637">
                  <a:moveTo>
                    <a:pt x="163" y="0"/>
                  </a:moveTo>
                  <a:lnTo>
                    <a:pt x="5024" y="31848"/>
                  </a:lnTo>
                  <a:cubicBezTo>
                    <a:pt x="16639" y="88610"/>
                    <a:pt x="31012" y="144367"/>
                    <a:pt x="47996" y="198974"/>
                  </a:cubicBezTo>
                  <a:lnTo>
                    <a:pt x="97443" y="334072"/>
                  </a:lnTo>
                  <a:lnTo>
                    <a:pt x="97236" y="334637"/>
                  </a:lnTo>
                  <a:lnTo>
                    <a:pt x="47996" y="200104"/>
                  </a:lnTo>
                  <a:cubicBezTo>
                    <a:pt x="31012" y="145497"/>
                    <a:pt x="16639" y="89740"/>
                    <a:pt x="5024" y="32978"/>
                  </a:cubicBezTo>
                  <a:lnTo>
                    <a:pt x="0" y="60"/>
                  </a:lnTo>
                  <a:lnTo>
                    <a:pt x="163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AF17147-DEF5-44FD-467D-D6E582B98449}"/>
                </a:ext>
              </a:extLst>
            </p:cNvPr>
            <p:cNvSpPr/>
            <p:nvPr/>
          </p:nvSpPr>
          <p:spPr>
            <a:xfrm>
              <a:off x="12799978" y="5654675"/>
              <a:ext cx="414" cy="1130"/>
            </a:xfrm>
            <a:custGeom>
              <a:avLst/>
              <a:gdLst>
                <a:gd name="csX0" fmla="*/ 207 w 414"/>
                <a:gd name="csY0" fmla="*/ 0 h 1130"/>
                <a:gd name="csX1" fmla="*/ 414 w 414"/>
                <a:gd name="csY1" fmla="*/ 565 h 1130"/>
                <a:gd name="csX2" fmla="*/ 207 w 414"/>
                <a:gd name="csY2" fmla="*/ 1130 h 1130"/>
                <a:gd name="csX3" fmla="*/ 0 w 414"/>
                <a:gd name="csY3" fmla="*/ 565 h 1130"/>
                <a:gd name="csX4" fmla="*/ 207 w 414"/>
                <a:gd name="csY4" fmla="*/ 0 h 1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14" h="1130">
                  <a:moveTo>
                    <a:pt x="207" y="0"/>
                  </a:moveTo>
                  <a:lnTo>
                    <a:pt x="414" y="565"/>
                  </a:lnTo>
                  <a:lnTo>
                    <a:pt x="207" y="1130"/>
                  </a:lnTo>
                  <a:lnTo>
                    <a:pt x="0" y="565"/>
                  </a:lnTo>
                  <a:lnTo>
                    <a:pt x="207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2B38162-BAB7-902A-4AA8-7E1097104BA1}"/>
                </a:ext>
              </a:extLst>
            </p:cNvPr>
            <p:cNvSpPr/>
            <p:nvPr/>
          </p:nvSpPr>
          <p:spPr>
            <a:xfrm>
              <a:off x="9470636" y="5655240"/>
              <a:ext cx="97443" cy="334637"/>
            </a:xfrm>
            <a:custGeom>
              <a:avLst/>
              <a:gdLst>
                <a:gd name="csX0" fmla="*/ 97236 w 97443"/>
                <a:gd name="csY0" fmla="*/ 0 h 334637"/>
                <a:gd name="csX1" fmla="*/ 97443 w 97443"/>
                <a:gd name="csY1" fmla="*/ 565 h 334637"/>
                <a:gd name="csX2" fmla="*/ 47996 w 97443"/>
                <a:gd name="csY2" fmla="*/ 135662 h 334637"/>
                <a:gd name="csX3" fmla="*/ 5024 w 97443"/>
                <a:gd name="csY3" fmla="*/ 302788 h 334637"/>
                <a:gd name="csX4" fmla="*/ 163 w 97443"/>
                <a:gd name="csY4" fmla="*/ 334637 h 334637"/>
                <a:gd name="csX5" fmla="*/ 0 w 97443"/>
                <a:gd name="csY5" fmla="*/ 334577 h 334637"/>
                <a:gd name="csX6" fmla="*/ 5024 w 97443"/>
                <a:gd name="csY6" fmla="*/ 301658 h 334637"/>
                <a:gd name="csX7" fmla="*/ 47996 w 97443"/>
                <a:gd name="csY7" fmla="*/ 134532 h 334637"/>
                <a:gd name="csX8" fmla="*/ 97236 w 97443"/>
                <a:gd name="csY8" fmla="*/ 0 h 3346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97443" h="334637">
                  <a:moveTo>
                    <a:pt x="97236" y="0"/>
                  </a:moveTo>
                  <a:lnTo>
                    <a:pt x="97443" y="565"/>
                  </a:lnTo>
                  <a:lnTo>
                    <a:pt x="47996" y="135662"/>
                  </a:lnTo>
                  <a:cubicBezTo>
                    <a:pt x="31012" y="190269"/>
                    <a:pt x="16639" y="246026"/>
                    <a:pt x="5024" y="302788"/>
                  </a:cubicBezTo>
                  <a:lnTo>
                    <a:pt x="163" y="334637"/>
                  </a:lnTo>
                  <a:lnTo>
                    <a:pt x="0" y="334577"/>
                  </a:lnTo>
                  <a:lnTo>
                    <a:pt x="5024" y="301658"/>
                  </a:lnTo>
                  <a:cubicBezTo>
                    <a:pt x="16639" y="244896"/>
                    <a:pt x="31012" y="189139"/>
                    <a:pt x="47996" y="134532"/>
                  </a:cubicBezTo>
                  <a:lnTo>
                    <a:pt x="97236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5ACD27E-FEED-F485-D9BF-34A5297FA212}"/>
                </a:ext>
              </a:extLst>
            </p:cNvPr>
            <p:cNvSpPr/>
            <p:nvPr/>
          </p:nvSpPr>
          <p:spPr>
            <a:xfrm>
              <a:off x="9568079" y="5655240"/>
              <a:ext cx="242136" cy="417276"/>
            </a:xfrm>
            <a:custGeom>
              <a:avLst/>
              <a:gdLst>
                <a:gd name="csX0" fmla="*/ 207 w 242136"/>
                <a:gd name="csY0" fmla="*/ 0 h 417276"/>
                <a:gd name="csX1" fmla="*/ 9196 w 242136"/>
                <a:gd name="csY1" fmla="*/ 24559 h 417276"/>
                <a:gd name="csX2" fmla="*/ 169982 w 242136"/>
                <a:gd name="csY2" fmla="*/ 320786 h 417276"/>
                <a:gd name="csX3" fmla="*/ 242136 w 242136"/>
                <a:gd name="csY3" fmla="*/ 417276 h 417276"/>
                <a:gd name="csX4" fmla="*/ 241182 w 242136"/>
                <a:gd name="csY4" fmla="*/ 417130 h 417276"/>
                <a:gd name="csX5" fmla="*/ 169982 w 242136"/>
                <a:gd name="csY5" fmla="*/ 321916 h 417276"/>
                <a:gd name="csX6" fmla="*/ 9196 w 242136"/>
                <a:gd name="csY6" fmla="*/ 25689 h 417276"/>
                <a:gd name="csX7" fmla="*/ 0 w 242136"/>
                <a:gd name="csY7" fmla="*/ 565 h 417276"/>
                <a:gd name="csX8" fmla="*/ 207 w 242136"/>
                <a:gd name="csY8" fmla="*/ 0 h 4172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42136" h="417276">
                  <a:moveTo>
                    <a:pt x="207" y="0"/>
                  </a:moveTo>
                  <a:lnTo>
                    <a:pt x="9196" y="24559"/>
                  </a:lnTo>
                  <a:cubicBezTo>
                    <a:pt x="53319" y="128878"/>
                    <a:pt x="107304" y="228010"/>
                    <a:pt x="169982" y="320786"/>
                  </a:cubicBezTo>
                  <a:lnTo>
                    <a:pt x="242136" y="417276"/>
                  </a:lnTo>
                  <a:lnTo>
                    <a:pt x="241182" y="417130"/>
                  </a:lnTo>
                  <a:lnTo>
                    <a:pt x="169982" y="321916"/>
                  </a:lnTo>
                  <a:cubicBezTo>
                    <a:pt x="107304" y="229140"/>
                    <a:pt x="53319" y="130008"/>
                    <a:pt x="9196" y="25689"/>
                  </a:cubicBezTo>
                  <a:lnTo>
                    <a:pt x="0" y="565"/>
                  </a:lnTo>
                  <a:lnTo>
                    <a:pt x="207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6BCEA6A1-F324-D9B9-5B45-6466A3B31D59}"/>
                </a:ext>
              </a:extLst>
            </p:cNvPr>
            <p:cNvSpPr/>
            <p:nvPr/>
          </p:nvSpPr>
          <p:spPr>
            <a:xfrm>
              <a:off x="10633299" y="5989817"/>
              <a:ext cx="30569" cy="319103"/>
            </a:xfrm>
            <a:custGeom>
              <a:avLst/>
              <a:gdLst>
                <a:gd name="csX0" fmla="*/ 163 w 30569"/>
                <a:gd name="csY0" fmla="*/ 0 h 319103"/>
                <a:gd name="csX1" fmla="*/ 21565 w 30569"/>
                <a:gd name="csY1" fmla="*/ 140234 h 319103"/>
                <a:gd name="csX2" fmla="*/ 30569 w 30569"/>
                <a:gd name="csY2" fmla="*/ 318538 h 319103"/>
                <a:gd name="csX3" fmla="*/ 30540 w 30569"/>
                <a:gd name="csY3" fmla="*/ 319103 h 319103"/>
                <a:gd name="csX4" fmla="*/ 21565 w 30569"/>
                <a:gd name="csY4" fmla="*/ 141364 h 319103"/>
                <a:gd name="csX5" fmla="*/ 0 w 30569"/>
                <a:gd name="csY5" fmla="*/ 60 h 319103"/>
                <a:gd name="csX6" fmla="*/ 163 w 30569"/>
                <a:gd name="csY6" fmla="*/ 0 h 3191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0569" h="319103">
                  <a:moveTo>
                    <a:pt x="163" y="0"/>
                  </a:moveTo>
                  <a:lnTo>
                    <a:pt x="21565" y="140234"/>
                  </a:lnTo>
                  <a:cubicBezTo>
                    <a:pt x="27519" y="198859"/>
                    <a:pt x="30569" y="258343"/>
                    <a:pt x="30569" y="318538"/>
                  </a:cubicBezTo>
                  <a:lnTo>
                    <a:pt x="30540" y="319103"/>
                  </a:lnTo>
                  <a:lnTo>
                    <a:pt x="21565" y="141364"/>
                  </a:lnTo>
                  <a:lnTo>
                    <a:pt x="0" y="60"/>
                  </a:lnTo>
                  <a:lnTo>
                    <a:pt x="163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BB008AEF-3A6C-6055-A412-1929EC35FC1C}"/>
                </a:ext>
              </a:extLst>
            </p:cNvPr>
            <p:cNvSpPr/>
            <p:nvPr/>
          </p:nvSpPr>
          <p:spPr>
            <a:xfrm>
              <a:off x="10629435" y="6308920"/>
              <a:ext cx="34433" cy="344416"/>
            </a:xfrm>
            <a:custGeom>
              <a:avLst/>
              <a:gdLst>
                <a:gd name="csX0" fmla="*/ 34404 w 34433"/>
                <a:gd name="csY0" fmla="*/ 0 h 344416"/>
                <a:gd name="csX1" fmla="*/ 34433 w 34433"/>
                <a:gd name="csY1" fmla="*/ 565 h 344416"/>
                <a:gd name="csX2" fmla="*/ 25429 w 34433"/>
                <a:gd name="csY2" fmla="*/ 178869 h 344416"/>
                <a:gd name="csX3" fmla="*/ 164 w 34433"/>
                <a:gd name="csY3" fmla="*/ 344416 h 344416"/>
                <a:gd name="csX4" fmla="*/ 0 w 34433"/>
                <a:gd name="csY4" fmla="*/ 344356 h 344416"/>
                <a:gd name="csX5" fmla="*/ 25429 w 34433"/>
                <a:gd name="csY5" fmla="*/ 177739 h 344416"/>
                <a:gd name="csX6" fmla="*/ 34404 w 34433"/>
                <a:gd name="csY6" fmla="*/ 0 h 344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4433" h="344416">
                  <a:moveTo>
                    <a:pt x="34404" y="0"/>
                  </a:moveTo>
                  <a:lnTo>
                    <a:pt x="34433" y="565"/>
                  </a:lnTo>
                  <a:cubicBezTo>
                    <a:pt x="34433" y="60761"/>
                    <a:pt x="31383" y="120244"/>
                    <a:pt x="25429" y="178869"/>
                  </a:cubicBezTo>
                  <a:lnTo>
                    <a:pt x="164" y="344416"/>
                  </a:lnTo>
                  <a:lnTo>
                    <a:pt x="0" y="344356"/>
                  </a:lnTo>
                  <a:lnTo>
                    <a:pt x="25429" y="177739"/>
                  </a:lnTo>
                  <a:lnTo>
                    <a:pt x="34404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9C9B2D2-14C0-481D-D591-3391AF552222}"/>
                </a:ext>
              </a:extLst>
            </p:cNvPr>
            <p:cNvSpPr/>
            <p:nvPr/>
          </p:nvSpPr>
          <p:spPr>
            <a:xfrm>
              <a:off x="10051427" y="6325951"/>
              <a:ext cx="578008" cy="328396"/>
            </a:xfrm>
            <a:custGeom>
              <a:avLst/>
              <a:gdLst>
                <a:gd name="csX0" fmla="*/ 622 w 578008"/>
                <a:gd name="csY0" fmla="*/ 0 h 328396"/>
                <a:gd name="csX1" fmla="*/ 23422 w 578008"/>
                <a:gd name="csY1" fmla="*/ 20722 h 328396"/>
                <a:gd name="csX2" fmla="*/ 453900 w 578008"/>
                <a:gd name="csY2" fmla="*/ 281900 h 328396"/>
                <a:gd name="csX3" fmla="*/ 578008 w 578008"/>
                <a:gd name="csY3" fmla="*/ 327325 h 328396"/>
                <a:gd name="csX4" fmla="*/ 577845 w 578008"/>
                <a:gd name="csY4" fmla="*/ 328396 h 328396"/>
                <a:gd name="csX5" fmla="*/ 453900 w 578008"/>
                <a:gd name="csY5" fmla="*/ 283030 h 328396"/>
                <a:gd name="csX6" fmla="*/ 23422 w 578008"/>
                <a:gd name="csY6" fmla="*/ 21852 h 328396"/>
                <a:gd name="csX7" fmla="*/ 0 w 578008"/>
                <a:gd name="csY7" fmla="*/ 565 h 328396"/>
                <a:gd name="csX8" fmla="*/ 622 w 578008"/>
                <a:gd name="csY8" fmla="*/ 0 h 3283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78008" h="328396">
                  <a:moveTo>
                    <a:pt x="622" y="0"/>
                  </a:moveTo>
                  <a:lnTo>
                    <a:pt x="23422" y="20722"/>
                  </a:lnTo>
                  <a:cubicBezTo>
                    <a:pt x="152614" y="127342"/>
                    <a:pt x="297422" y="215716"/>
                    <a:pt x="453900" y="281900"/>
                  </a:cubicBezTo>
                  <a:lnTo>
                    <a:pt x="578008" y="327325"/>
                  </a:lnTo>
                  <a:lnTo>
                    <a:pt x="577845" y="328396"/>
                  </a:lnTo>
                  <a:lnTo>
                    <a:pt x="453900" y="283030"/>
                  </a:lnTo>
                  <a:cubicBezTo>
                    <a:pt x="297422" y="216846"/>
                    <a:pt x="152614" y="128472"/>
                    <a:pt x="23422" y="21852"/>
                  </a:cubicBezTo>
                  <a:lnTo>
                    <a:pt x="0" y="565"/>
                  </a:lnTo>
                  <a:lnTo>
                    <a:pt x="622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9447A327-4018-1CA3-9857-84DA74B5ECD8}"/>
                </a:ext>
              </a:extLst>
            </p:cNvPr>
            <p:cNvSpPr/>
            <p:nvPr/>
          </p:nvSpPr>
          <p:spPr>
            <a:xfrm>
              <a:off x="10629435" y="6643558"/>
              <a:ext cx="1136110" cy="102468"/>
            </a:xfrm>
            <a:custGeom>
              <a:avLst/>
              <a:gdLst>
                <a:gd name="csX0" fmla="*/ 1135947 w 1136110"/>
                <a:gd name="csY0" fmla="*/ 0 h 102468"/>
                <a:gd name="csX1" fmla="*/ 1136110 w 1136110"/>
                <a:gd name="csY1" fmla="*/ 1070 h 102468"/>
                <a:gd name="csX2" fmla="*/ 1073280 w 1136110"/>
                <a:gd name="csY2" fmla="*/ 24066 h 102468"/>
                <a:gd name="csX3" fmla="*/ 554697 w 1136110"/>
                <a:gd name="csY3" fmla="*/ 102468 h 102468"/>
                <a:gd name="csX4" fmla="*/ 36114 w 1136110"/>
                <a:gd name="csY4" fmla="*/ 24066 h 102468"/>
                <a:gd name="csX5" fmla="*/ 0 w 1136110"/>
                <a:gd name="csY5" fmla="*/ 10848 h 102468"/>
                <a:gd name="csX6" fmla="*/ 164 w 1136110"/>
                <a:gd name="csY6" fmla="*/ 9778 h 102468"/>
                <a:gd name="csX7" fmla="*/ 36114 w 1136110"/>
                <a:gd name="csY7" fmla="*/ 22936 h 102468"/>
                <a:gd name="csX8" fmla="*/ 554697 w 1136110"/>
                <a:gd name="csY8" fmla="*/ 101338 h 102468"/>
                <a:gd name="csX9" fmla="*/ 1073280 w 1136110"/>
                <a:gd name="csY9" fmla="*/ 22936 h 102468"/>
                <a:gd name="csX10" fmla="*/ 1135947 w 1136110"/>
                <a:gd name="csY10" fmla="*/ 0 h 1024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36110" h="102468">
                  <a:moveTo>
                    <a:pt x="1135947" y="0"/>
                  </a:moveTo>
                  <a:lnTo>
                    <a:pt x="1136110" y="1070"/>
                  </a:lnTo>
                  <a:lnTo>
                    <a:pt x="1073280" y="24066"/>
                  </a:lnTo>
                  <a:cubicBezTo>
                    <a:pt x="909460" y="75019"/>
                    <a:pt x="735284" y="102468"/>
                    <a:pt x="554697" y="102468"/>
                  </a:cubicBezTo>
                  <a:cubicBezTo>
                    <a:pt x="374110" y="102468"/>
                    <a:pt x="199934" y="75019"/>
                    <a:pt x="36114" y="24066"/>
                  </a:cubicBezTo>
                  <a:lnTo>
                    <a:pt x="0" y="10848"/>
                  </a:lnTo>
                  <a:lnTo>
                    <a:pt x="164" y="9778"/>
                  </a:lnTo>
                  <a:lnTo>
                    <a:pt x="36114" y="22936"/>
                  </a:lnTo>
                  <a:cubicBezTo>
                    <a:pt x="199934" y="73889"/>
                    <a:pt x="374110" y="101338"/>
                    <a:pt x="554697" y="101338"/>
                  </a:cubicBezTo>
                  <a:cubicBezTo>
                    <a:pt x="735284" y="101338"/>
                    <a:pt x="909460" y="73889"/>
                    <a:pt x="1073280" y="22936"/>
                  </a:cubicBezTo>
                  <a:lnTo>
                    <a:pt x="1135947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E6BB6538-2E62-37A8-EAB1-50D9F423050E}"/>
                </a:ext>
              </a:extLst>
            </p:cNvPr>
            <p:cNvSpPr/>
            <p:nvPr/>
          </p:nvSpPr>
          <p:spPr>
            <a:xfrm>
              <a:off x="9474499" y="6653276"/>
              <a:ext cx="577550" cy="980601"/>
            </a:xfrm>
            <a:custGeom>
              <a:avLst/>
              <a:gdLst>
                <a:gd name="csX0" fmla="*/ 164 w 577550"/>
                <a:gd name="csY0" fmla="*/ 0 h 980601"/>
                <a:gd name="csX1" fmla="*/ 1161 w 577550"/>
                <a:gd name="csY1" fmla="*/ 6536 h 980601"/>
                <a:gd name="csX2" fmla="*/ 476508 w 577550"/>
                <a:gd name="csY2" fmla="*/ 888204 h 980601"/>
                <a:gd name="csX3" fmla="*/ 577550 w 577550"/>
                <a:gd name="csY3" fmla="*/ 980036 h 980601"/>
                <a:gd name="csX4" fmla="*/ 576928 w 577550"/>
                <a:gd name="csY4" fmla="*/ 980601 h 980601"/>
                <a:gd name="csX5" fmla="*/ 476508 w 577550"/>
                <a:gd name="csY5" fmla="*/ 889334 h 980601"/>
                <a:gd name="csX6" fmla="*/ 1161 w 577550"/>
                <a:gd name="csY6" fmla="*/ 7666 h 980601"/>
                <a:gd name="csX7" fmla="*/ 0 w 577550"/>
                <a:gd name="csY7" fmla="*/ 60 h 980601"/>
                <a:gd name="csX8" fmla="*/ 164 w 577550"/>
                <a:gd name="csY8" fmla="*/ 0 h 9806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77550" h="980601">
                  <a:moveTo>
                    <a:pt x="164" y="0"/>
                  </a:moveTo>
                  <a:lnTo>
                    <a:pt x="1161" y="6536"/>
                  </a:lnTo>
                  <a:cubicBezTo>
                    <a:pt x="70852" y="347108"/>
                    <a:pt x="239820" y="651516"/>
                    <a:pt x="476508" y="888204"/>
                  </a:cubicBezTo>
                  <a:lnTo>
                    <a:pt x="577550" y="980036"/>
                  </a:lnTo>
                  <a:lnTo>
                    <a:pt x="576928" y="980601"/>
                  </a:lnTo>
                  <a:lnTo>
                    <a:pt x="476508" y="889334"/>
                  </a:lnTo>
                  <a:cubicBezTo>
                    <a:pt x="239820" y="652646"/>
                    <a:pt x="70852" y="348238"/>
                    <a:pt x="1161" y="7666"/>
                  </a:cubicBezTo>
                  <a:lnTo>
                    <a:pt x="0" y="60"/>
                  </a:lnTo>
                  <a:lnTo>
                    <a:pt x="164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B3394F3-305C-7007-2AE4-E232F4D90515}"/>
                </a:ext>
              </a:extLst>
            </p:cNvPr>
            <p:cNvSpPr/>
            <p:nvPr/>
          </p:nvSpPr>
          <p:spPr>
            <a:xfrm>
              <a:off x="10052049" y="6654347"/>
              <a:ext cx="577386" cy="979530"/>
            </a:xfrm>
            <a:custGeom>
              <a:avLst/>
              <a:gdLst>
                <a:gd name="csX0" fmla="*/ 577223 w 577386"/>
                <a:gd name="csY0" fmla="*/ 0 h 979530"/>
                <a:gd name="csX1" fmla="*/ 577386 w 577386"/>
                <a:gd name="csY1" fmla="*/ 59 h 979530"/>
                <a:gd name="csX2" fmla="*/ 576389 w 577386"/>
                <a:gd name="csY2" fmla="*/ 6595 h 979530"/>
                <a:gd name="csX3" fmla="*/ 101042 w 577386"/>
                <a:gd name="csY3" fmla="*/ 888263 h 979530"/>
                <a:gd name="csX4" fmla="*/ 622 w 577386"/>
                <a:gd name="csY4" fmla="*/ 979530 h 979530"/>
                <a:gd name="csX5" fmla="*/ 0 w 577386"/>
                <a:gd name="csY5" fmla="*/ 978965 h 979530"/>
                <a:gd name="csX6" fmla="*/ 101042 w 577386"/>
                <a:gd name="csY6" fmla="*/ 887133 h 979530"/>
                <a:gd name="csX7" fmla="*/ 576389 w 577386"/>
                <a:gd name="csY7" fmla="*/ 5465 h 979530"/>
                <a:gd name="csX8" fmla="*/ 577223 w 577386"/>
                <a:gd name="csY8" fmla="*/ 0 h 9795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77386" h="979530">
                  <a:moveTo>
                    <a:pt x="577223" y="0"/>
                  </a:moveTo>
                  <a:lnTo>
                    <a:pt x="577386" y="59"/>
                  </a:lnTo>
                  <a:lnTo>
                    <a:pt x="576389" y="6595"/>
                  </a:lnTo>
                  <a:cubicBezTo>
                    <a:pt x="506698" y="347167"/>
                    <a:pt x="337730" y="651575"/>
                    <a:pt x="101042" y="888263"/>
                  </a:cubicBezTo>
                  <a:lnTo>
                    <a:pt x="622" y="979530"/>
                  </a:lnTo>
                  <a:lnTo>
                    <a:pt x="0" y="978965"/>
                  </a:lnTo>
                  <a:lnTo>
                    <a:pt x="101042" y="887133"/>
                  </a:lnTo>
                  <a:cubicBezTo>
                    <a:pt x="337730" y="650445"/>
                    <a:pt x="506698" y="346037"/>
                    <a:pt x="576389" y="5465"/>
                  </a:cubicBezTo>
                  <a:lnTo>
                    <a:pt x="577223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D9AADE0-F85A-8429-EB62-7E75C922A923}"/>
                </a:ext>
              </a:extLst>
            </p:cNvPr>
            <p:cNvSpPr/>
            <p:nvPr/>
          </p:nvSpPr>
          <p:spPr>
            <a:xfrm>
              <a:off x="8677178" y="7633877"/>
              <a:ext cx="1374871" cy="419510"/>
            </a:xfrm>
            <a:custGeom>
              <a:avLst/>
              <a:gdLst>
                <a:gd name="csX0" fmla="*/ 1374249 w 1374871"/>
                <a:gd name="csY0" fmla="*/ 0 h 419510"/>
                <a:gd name="csX1" fmla="*/ 1374871 w 1374871"/>
                <a:gd name="csY1" fmla="*/ 565 h 419510"/>
                <a:gd name="csX2" fmla="*/ 1352071 w 1374871"/>
                <a:gd name="csY2" fmla="*/ 21287 h 419510"/>
                <a:gd name="csX3" fmla="*/ 242788 w 1374871"/>
                <a:gd name="csY3" fmla="*/ 419510 h 419510"/>
                <a:gd name="csX4" fmla="*/ 64484 w 1374871"/>
                <a:gd name="csY4" fmla="*/ 410506 h 419510"/>
                <a:gd name="csX5" fmla="*/ 954 w 1374871"/>
                <a:gd name="csY5" fmla="*/ 400811 h 419510"/>
                <a:gd name="csX6" fmla="*/ 0 w 1374871"/>
                <a:gd name="csY6" fmla="*/ 399535 h 419510"/>
                <a:gd name="csX7" fmla="*/ 64484 w 1374871"/>
                <a:gd name="csY7" fmla="*/ 409376 h 419510"/>
                <a:gd name="csX8" fmla="*/ 242788 w 1374871"/>
                <a:gd name="csY8" fmla="*/ 418380 h 419510"/>
                <a:gd name="csX9" fmla="*/ 1352071 w 1374871"/>
                <a:gd name="csY9" fmla="*/ 20157 h 419510"/>
                <a:gd name="csX10" fmla="*/ 1374249 w 1374871"/>
                <a:gd name="csY10" fmla="*/ 0 h 419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74871" h="419510">
                  <a:moveTo>
                    <a:pt x="1374249" y="0"/>
                  </a:moveTo>
                  <a:lnTo>
                    <a:pt x="1374871" y="565"/>
                  </a:lnTo>
                  <a:lnTo>
                    <a:pt x="1352071" y="21287"/>
                  </a:lnTo>
                  <a:cubicBezTo>
                    <a:pt x="1050622" y="270066"/>
                    <a:pt x="664157" y="419510"/>
                    <a:pt x="242788" y="419510"/>
                  </a:cubicBezTo>
                  <a:cubicBezTo>
                    <a:pt x="182592" y="419510"/>
                    <a:pt x="123109" y="416460"/>
                    <a:pt x="64484" y="410506"/>
                  </a:cubicBezTo>
                  <a:lnTo>
                    <a:pt x="954" y="400811"/>
                  </a:lnTo>
                  <a:lnTo>
                    <a:pt x="0" y="399535"/>
                  </a:lnTo>
                  <a:lnTo>
                    <a:pt x="64484" y="409376"/>
                  </a:lnTo>
                  <a:cubicBezTo>
                    <a:pt x="123109" y="415330"/>
                    <a:pt x="182592" y="418380"/>
                    <a:pt x="242788" y="418380"/>
                  </a:cubicBezTo>
                  <a:cubicBezTo>
                    <a:pt x="664157" y="418380"/>
                    <a:pt x="1050622" y="268936"/>
                    <a:pt x="1352071" y="20157"/>
                  </a:cubicBezTo>
                  <a:lnTo>
                    <a:pt x="1374249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D9220ABE-AE1B-2F52-BBFD-05740B05EA6B}"/>
                </a:ext>
              </a:extLst>
            </p:cNvPr>
            <p:cNvSpPr/>
            <p:nvPr/>
          </p:nvSpPr>
          <p:spPr>
            <a:xfrm>
              <a:off x="10052049" y="7633877"/>
              <a:ext cx="1374871" cy="419510"/>
            </a:xfrm>
            <a:custGeom>
              <a:avLst/>
              <a:gdLst>
                <a:gd name="csX0" fmla="*/ 622 w 1374871"/>
                <a:gd name="csY0" fmla="*/ 0 h 419510"/>
                <a:gd name="csX1" fmla="*/ 22800 w 1374871"/>
                <a:gd name="csY1" fmla="*/ 20157 h 419510"/>
                <a:gd name="csX2" fmla="*/ 1132083 w 1374871"/>
                <a:gd name="csY2" fmla="*/ 418380 h 419510"/>
                <a:gd name="csX3" fmla="*/ 1310387 w 1374871"/>
                <a:gd name="csY3" fmla="*/ 409376 h 419510"/>
                <a:gd name="csX4" fmla="*/ 1374871 w 1374871"/>
                <a:gd name="csY4" fmla="*/ 399535 h 419510"/>
                <a:gd name="csX5" fmla="*/ 1373917 w 1374871"/>
                <a:gd name="csY5" fmla="*/ 400811 h 419510"/>
                <a:gd name="csX6" fmla="*/ 1310387 w 1374871"/>
                <a:gd name="csY6" fmla="*/ 410506 h 419510"/>
                <a:gd name="csX7" fmla="*/ 1132083 w 1374871"/>
                <a:gd name="csY7" fmla="*/ 419510 h 419510"/>
                <a:gd name="csX8" fmla="*/ 22800 w 1374871"/>
                <a:gd name="csY8" fmla="*/ 21287 h 419510"/>
                <a:gd name="csX9" fmla="*/ 0 w 1374871"/>
                <a:gd name="csY9" fmla="*/ 565 h 419510"/>
                <a:gd name="csX10" fmla="*/ 622 w 1374871"/>
                <a:gd name="csY10" fmla="*/ 0 h 419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74871" h="419510">
                  <a:moveTo>
                    <a:pt x="622" y="0"/>
                  </a:moveTo>
                  <a:lnTo>
                    <a:pt x="22800" y="20157"/>
                  </a:lnTo>
                  <a:cubicBezTo>
                    <a:pt x="324249" y="268936"/>
                    <a:pt x="710714" y="418380"/>
                    <a:pt x="1132083" y="418380"/>
                  </a:cubicBezTo>
                  <a:cubicBezTo>
                    <a:pt x="1192279" y="418380"/>
                    <a:pt x="1251762" y="415330"/>
                    <a:pt x="1310387" y="409376"/>
                  </a:cubicBezTo>
                  <a:lnTo>
                    <a:pt x="1374871" y="399535"/>
                  </a:lnTo>
                  <a:lnTo>
                    <a:pt x="1373917" y="400811"/>
                  </a:lnTo>
                  <a:lnTo>
                    <a:pt x="1310387" y="410506"/>
                  </a:lnTo>
                  <a:cubicBezTo>
                    <a:pt x="1251762" y="416460"/>
                    <a:pt x="1192279" y="419510"/>
                    <a:pt x="1132083" y="419510"/>
                  </a:cubicBezTo>
                  <a:cubicBezTo>
                    <a:pt x="710714" y="419510"/>
                    <a:pt x="324249" y="270066"/>
                    <a:pt x="22800" y="21287"/>
                  </a:cubicBezTo>
                  <a:lnTo>
                    <a:pt x="0" y="565"/>
                  </a:lnTo>
                  <a:lnTo>
                    <a:pt x="622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B328E43-B06E-3FB2-6AB3-318F7430E17B}"/>
                </a:ext>
              </a:extLst>
            </p:cNvPr>
            <p:cNvSpPr/>
            <p:nvPr/>
          </p:nvSpPr>
          <p:spPr>
            <a:xfrm>
              <a:off x="11425966" y="3275792"/>
              <a:ext cx="1502068" cy="1725767"/>
            </a:xfrm>
            <a:custGeom>
              <a:avLst/>
              <a:gdLst>
                <a:gd name="csX0" fmla="*/ 0 w 1502068"/>
                <a:gd name="csY0" fmla="*/ 0 h 1725767"/>
                <a:gd name="csX1" fmla="*/ 109623 w 1502068"/>
                <a:gd name="csY1" fmla="*/ 16730 h 1725767"/>
                <a:gd name="csX2" fmla="*/ 1502068 w 1502068"/>
                <a:gd name="csY2" fmla="*/ 1725202 h 1725767"/>
                <a:gd name="csX3" fmla="*/ 1502039 w 1502068"/>
                <a:gd name="csY3" fmla="*/ 1725767 h 1725767"/>
                <a:gd name="csX4" fmla="*/ 1493064 w 1502068"/>
                <a:gd name="csY4" fmla="*/ 1548028 h 1725767"/>
                <a:gd name="csX5" fmla="*/ 109623 w 1502068"/>
                <a:gd name="csY5" fmla="*/ 17860 h 1725767"/>
                <a:gd name="csX6" fmla="*/ 954 w 1502068"/>
                <a:gd name="csY6" fmla="*/ 1275 h 1725767"/>
                <a:gd name="csX7" fmla="*/ 0 w 1502068"/>
                <a:gd name="csY7" fmla="*/ 0 h 17257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502068" h="1725767">
                  <a:moveTo>
                    <a:pt x="0" y="0"/>
                  </a:moveTo>
                  <a:lnTo>
                    <a:pt x="109623" y="16730"/>
                  </a:lnTo>
                  <a:cubicBezTo>
                    <a:pt x="904289" y="179342"/>
                    <a:pt x="1502068" y="882463"/>
                    <a:pt x="1502068" y="1725202"/>
                  </a:cubicBezTo>
                  <a:lnTo>
                    <a:pt x="1502039" y="1725767"/>
                  </a:lnTo>
                  <a:lnTo>
                    <a:pt x="1493064" y="1548028"/>
                  </a:lnTo>
                  <a:cubicBezTo>
                    <a:pt x="1415667" y="785905"/>
                    <a:pt x="847528" y="168857"/>
                    <a:pt x="109623" y="17860"/>
                  </a:cubicBezTo>
                  <a:lnTo>
                    <a:pt x="954" y="127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584E5FB8-A1B0-B0CD-E540-CEB4C456D201}"/>
                </a:ext>
              </a:extLst>
            </p:cNvPr>
            <p:cNvSpPr/>
            <p:nvPr/>
          </p:nvSpPr>
          <p:spPr>
            <a:xfrm>
              <a:off x="9474663" y="3676037"/>
              <a:ext cx="578008" cy="980096"/>
            </a:xfrm>
            <a:custGeom>
              <a:avLst/>
              <a:gdLst>
                <a:gd name="csX0" fmla="*/ 577386 w 578008"/>
                <a:gd name="csY0" fmla="*/ 0 h 980096"/>
                <a:gd name="csX1" fmla="*/ 578008 w 578008"/>
                <a:gd name="csY1" fmla="*/ 565 h 980096"/>
                <a:gd name="csX2" fmla="*/ 476344 w 578008"/>
                <a:gd name="csY2" fmla="*/ 92962 h 980096"/>
                <a:gd name="csX3" fmla="*/ 997 w 578008"/>
                <a:gd name="csY3" fmla="*/ 974630 h 980096"/>
                <a:gd name="csX4" fmla="*/ 163 w 578008"/>
                <a:gd name="csY4" fmla="*/ 980096 h 980096"/>
                <a:gd name="csX5" fmla="*/ 0 w 578008"/>
                <a:gd name="csY5" fmla="*/ 980036 h 980096"/>
                <a:gd name="csX6" fmla="*/ 997 w 578008"/>
                <a:gd name="csY6" fmla="*/ 973500 h 980096"/>
                <a:gd name="csX7" fmla="*/ 476344 w 578008"/>
                <a:gd name="csY7" fmla="*/ 91832 h 980096"/>
                <a:gd name="csX8" fmla="*/ 577386 w 578008"/>
                <a:gd name="csY8" fmla="*/ 0 h 980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78008" h="980096">
                  <a:moveTo>
                    <a:pt x="577386" y="0"/>
                  </a:moveTo>
                  <a:lnTo>
                    <a:pt x="578008" y="565"/>
                  </a:lnTo>
                  <a:lnTo>
                    <a:pt x="476344" y="92962"/>
                  </a:lnTo>
                  <a:cubicBezTo>
                    <a:pt x="239656" y="329650"/>
                    <a:pt x="70688" y="634058"/>
                    <a:pt x="997" y="974630"/>
                  </a:cubicBezTo>
                  <a:lnTo>
                    <a:pt x="163" y="980096"/>
                  </a:lnTo>
                  <a:lnTo>
                    <a:pt x="0" y="980036"/>
                  </a:lnTo>
                  <a:lnTo>
                    <a:pt x="997" y="973500"/>
                  </a:lnTo>
                  <a:cubicBezTo>
                    <a:pt x="70688" y="632928"/>
                    <a:pt x="239656" y="328520"/>
                    <a:pt x="476344" y="91832"/>
                  </a:cubicBezTo>
                  <a:lnTo>
                    <a:pt x="577386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DD056D0-6B8D-B76B-82FF-49DFFECCDC03}"/>
                </a:ext>
              </a:extLst>
            </p:cNvPr>
            <p:cNvSpPr/>
            <p:nvPr/>
          </p:nvSpPr>
          <p:spPr>
            <a:xfrm>
              <a:off x="8338553" y="4564453"/>
              <a:ext cx="1136110" cy="102469"/>
            </a:xfrm>
            <a:custGeom>
              <a:avLst/>
              <a:gdLst>
                <a:gd name="csX0" fmla="*/ 581413 w 1136110"/>
                <a:gd name="csY0" fmla="*/ 0 h 102469"/>
                <a:gd name="csX1" fmla="*/ 1099996 w 1136110"/>
                <a:gd name="csY1" fmla="*/ 78402 h 102469"/>
                <a:gd name="csX2" fmla="*/ 1136110 w 1136110"/>
                <a:gd name="csY2" fmla="*/ 91620 h 102469"/>
                <a:gd name="csX3" fmla="*/ 1135946 w 1136110"/>
                <a:gd name="csY3" fmla="*/ 92690 h 102469"/>
                <a:gd name="csX4" fmla="*/ 1099996 w 1136110"/>
                <a:gd name="csY4" fmla="*/ 79532 h 102469"/>
                <a:gd name="csX5" fmla="*/ 581413 w 1136110"/>
                <a:gd name="csY5" fmla="*/ 1130 h 102469"/>
                <a:gd name="csX6" fmla="*/ 62830 w 1136110"/>
                <a:gd name="csY6" fmla="*/ 79532 h 102469"/>
                <a:gd name="csX7" fmla="*/ 164 w 1136110"/>
                <a:gd name="csY7" fmla="*/ 102469 h 102469"/>
                <a:gd name="csX8" fmla="*/ 0 w 1136110"/>
                <a:gd name="csY8" fmla="*/ 101399 h 102469"/>
                <a:gd name="csX9" fmla="*/ 62830 w 1136110"/>
                <a:gd name="csY9" fmla="*/ 78402 h 102469"/>
                <a:gd name="csX10" fmla="*/ 581413 w 1136110"/>
                <a:gd name="csY10" fmla="*/ 0 h 102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36110" h="102469">
                  <a:moveTo>
                    <a:pt x="581413" y="0"/>
                  </a:moveTo>
                  <a:cubicBezTo>
                    <a:pt x="762000" y="0"/>
                    <a:pt x="936176" y="27449"/>
                    <a:pt x="1099996" y="78402"/>
                  </a:cubicBezTo>
                  <a:lnTo>
                    <a:pt x="1136110" y="91620"/>
                  </a:lnTo>
                  <a:lnTo>
                    <a:pt x="1135946" y="92690"/>
                  </a:lnTo>
                  <a:lnTo>
                    <a:pt x="1099996" y="79532"/>
                  </a:lnTo>
                  <a:cubicBezTo>
                    <a:pt x="936176" y="28579"/>
                    <a:pt x="762000" y="1130"/>
                    <a:pt x="581413" y="1130"/>
                  </a:cubicBezTo>
                  <a:cubicBezTo>
                    <a:pt x="400826" y="1130"/>
                    <a:pt x="226650" y="28579"/>
                    <a:pt x="62830" y="79532"/>
                  </a:cubicBezTo>
                  <a:lnTo>
                    <a:pt x="164" y="102469"/>
                  </a:lnTo>
                  <a:lnTo>
                    <a:pt x="0" y="101399"/>
                  </a:lnTo>
                  <a:lnTo>
                    <a:pt x="62830" y="78402"/>
                  </a:lnTo>
                  <a:cubicBezTo>
                    <a:pt x="226650" y="27449"/>
                    <a:pt x="400826" y="0"/>
                    <a:pt x="581413" y="0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D6AA30C-1750-631E-9757-F039296361CF}"/>
                </a:ext>
              </a:extLst>
            </p:cNvPr>
            <p:cNvSpPr/>
            <p:nvPr/>
          </p:nvSpPr>
          <p:spPr>
            <a:xfrm>
              <a:off x="10052049" y="4656073"/>
              <a:ext cx="577550" cy="327890"/>
            </a:xfrm>
            <a:custGeom>
              <a:avLst/>
              <a:gdLst>
                <a:gd name="csX0" fmla="*/ 577386 w 577550"/>
                <a:gd name="csY0" fmla="*/ 0 h 327890"/>
                <a:gd name="csX1" fmla="*/ 577550 w 577550"/>
                <a:gd name="csY1" fmla="*/ 1070 h 327890"/>
                <a:gd name="csX2" fmla="*/ 453278 w 577550"/>
                <a:gd name="csY2" fmla="*/ 46555 h 327890"/>
                <a:gd name="csX3" fmla="*/ 22800 w 577550"/>
                <a:gd name="csY3" fmla="*/ 307733 h 327890"/>
                <a:gd name="csX4" fmla="*/ 622 w 577550"/>
                <a:gd name="csY4" fmla="*/ 327890 h 327890"/>
                <a:gd name="csX5" fmla="*/ 0 w 577550"/>
                <a:gd name="csY5" fmla="*/ 327325 h 327890"/>
                <a:gd name="csX6" fmla="*/ 22800 w 577550"/>
                <a:gd name="csY6" fmla="*/ 306603 h 327890"/>
                <a:gd name="csX7" fmla="*/ 453278 w 577550"/>
                <a:gd name="csY7" fmla="*/ 45425 h 327890"/>
                <a:gd name="csX8" fmla="*/ 577386 w 577550"/>
                <a:gd name="csY8" fmla="*/ 0 h 3278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77550" h="327890">
                  <a:moveTo>
                    <a:pt x="577386" y="0"/>
                  </a:moveTo>
                  <a:lnTo>
                    <a:pt x="577550" y="1070"/>
                  </a:lnTo>
                  <a:lnTo>
                    <a:pt x="453278" y="46555"/>
                  </a:lnTo>
                  <a:cubicBezTo>
                    <a:pt x="296800" y="112739"/>
                    <a:pt x="151992" y="201114"/>
                    <a:pt x="22800" y="307733"/>
                  </a:cubicBezTo>
                  <a:lnTo>
                    <a:pt x="622" y="327890"/>
                  </a:lnTo>
                  <a:lnTo>
                    <a:pt x="0" y="327325"/>
                  </a:lnTo>
                  <a:lnTo>
                    <a:pt x="22800" y="306603"/>
                  </a:lnTo>
                  <a:cubicBezTo>
                    <a:pt x="151992" y="199984"/>
                    <a:pt x="296800" y="111609"/>
                    <a:pt x="453278" y="45425"/>
                  </a:cubicBezTo>
                  <a:lnTo>
                    <a:pt x="577386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29BC857-2019-A953-D165-99DA045E3E19}"/>
                </a:ext>
              </a:extLst>
            </p:cNvPr>
            <p:cNvSpPr/>
            <p:nvPr/>
          </p:nvSpPr>
          <p:spPr>
            <a:xfrm>
              <a:off x="9474663" y="4656133"/>
              <a:ext cx="577386" cy="327830"/>
            </a:xfrm>
            <a:custGeom>
              <a:avLst/>
              <a:gdLst>
                <a:gd name="csX0" fmla="*/ 163 w 577386"/>
                <a:gd name="csY0" fmla="*/ 0 h 327830"/>
                <a:gd name="csX1" fmla="*/ 124108 w 577386"/>
                <a:gd name="csY1" fmla="*/ 45365 h 327830"/>
                <a:gd name="csX2" fmla="*/ 554586 w 577386"/>
                <a:gd name="csY2" fmla="*/ 306543 h 327830"/>
                <a:gd name="csX3" fmla="*/ 577386 w 577386"/>
                <a:gd name="csY3" fmla="*/ 327265 h 327830"/>
                <a:gd name="csX4" fmla="*/ 576764 w 577386"/>
                <a:gd name="csY4" fmla="*/ 327830 h 327830"/>
                <a:gd name="csX5" fmla="*/ 554586 w 577386"/>
                <a:gd name="csY5" fmla="*/ 307673 h 327830"/>
                <a:gd name="csX6" fmla="*/ 124108 w 577386"/>
                <a:gd name="csY6" fmla="*/ 46495 h 327830"/>
                <a:gd name="csX7" fmla="*/ 0 w 577386"/>
                <a:gd name="csY7" fmla="*/ 1070 h 327830"/>
                <a:gd name="csX8" fmla="*/ 163 w 577386"/>
                <a:gd name="csY8" fmla="*/ 0 h 327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77386" h="327830">
                  <a:moveTo>
                    <a:pt x="163" y="0"/>
                  </a:moveTo>
                  <a:lnTo>
                    <a:pt x="124108" y="45365"/>
                  </a:lnTo>
                  <a:cubicBezTo>
                    <a:pt x="280586" y="111549"/>
                    <a:pt x="425394" y="199924"/>
                    <a:pt x="554586" y="306543"/>
                  </a:cubicBezTo>
                  <a:lnTo>
                    <a:pt x="577386" y="327265"/>
                  </a:lnTo>
                  <a:lnTo>
                    <a:pt x="576764" y="327830"/>
                  </a:lnTo>
                  <a:lnTo>
                    <a:pt x="554586" y="307673"/>
                  </a:lnTo>
                  <a:cubicBezTo>
                    <a:pt x="425394" y="201054"/>
                    <a:pt x="280586" y="112679"/>
                    <a:pt x="124108" y="46495"/>
                  </a:cubicBezTo>
                  <a:lnTo>
                    <a:pt x="0" y="1070"/>
                  </a:lnTo>
                  <a:lnTo>
                    <a:pt x="163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AF1FBAE-C833-0C96-B493-15B6A4C0DE43}"/>
                </a:ext>
              </a:extLst>
            </p:cNvPr>
            <p:cNvSpPr/>
            <p:nvPr/>
          </p:nvSpPr>
          <p:spPr>
            <a:xfrm>
              <a:off x="9440230" y="4657143"/>
              <a:ext cx="34433" cy="344416"/>
            </a:xfrm>
            <a:custGeom>
              <a:avLst/>
              <a:gdLst>
                <a:gd name="csX0" fmla="*/ 34269 w 34433"/>
                <a:gd name="csY0" fmla="*/ 0 h 344416"/>
                <a:gd name="csX1" fmla="*/ 34433 w 34433"/>
                <a:gd name="csY1" fmla="*/ 60 h 344416"/>
                <a:gd name="csX2" fmla="*/ 9004 w 34433"/>
                <a:gd name="csY2" fmla="*/ 166677 h 344416"/>
                <a:gd name="csX3" fmla="*/ 29 w 34433"/>
                <a:gd name="csY3" fmla="*/ 344416 h 344416"/>
                <a:gd name="csX4" fmla="*/ 0 w 34433"/>
                <a:gd name="csY4" fmla="*/ 343851 h 344416"/>
                <a:gd name="csX5" fmla="*/ 9004 w 34433"/>
                <a:gd name="csY5" fmla="*/ 165547 h 344416"/>
                <a:gd name="csX6" fmla="*/ 34269 w 34433"/>
                <a:gd name="csY6" fmla="*/ 0 h 344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4433" h="344416">
                  <a:moveTo>
                    <a:pt x="34269" y="0"/>
                  </a:moveTo>
                  <a:lnTo>
                    <a:pt x="34433" y="60"/>
                  </a:lnTo>
                  <a:lnTo>
                    <a:pt x="9004" y="166677"/>
                  </a:lnTo>
                  <a:lnTo>
                    <a:pt x="29" y="344416"/>
                  </a:lnTo>
                  <a:lnTo>
                    <a:pt x="0" y="343851"/>
                  </a:lnTo>
                  <a:cubicBezTo>
                    <a:pt x="0" y="283656"/>
                    <a:pt x="3050" y="224172"/>
                    <a:pt x="9004" y="165547"/>
                  </a:cubicBezTo>
                  <a:lnTo>
                    <a:pt x="34269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1BAB99A-61DC-49C9-3BD2-FF399085880D}"/>
                </a:ext>
              </a:extLst>
            </p:cNvPr>
            <p:cNvSpPr/>
            <p:nvPr/>
          </p:nvSpPr>
          <p:spPr>
            <a:xfrm>
              <a:off x="11765382" y="4665852"/>
              <a:ext cx="1034803" cy="989388"/>
            </a:xfrm>
            <a:custGeom>
              <a:avLst/>
              <a:gdLst>
                <a:gd name="csX0" fmla="*/ 163 w 1034803"/>
                <a:gd name="csY0" fmla="*/ 0 h 989388"/>
                <a:gd name="csX1" fmla="*/ 97555 w 1034803"/>
                <a:gd name="csY1" fmla="*/ 35646 h 989388"/>
                <a:gd name="csX2" fmla="*/ 1025607 w 1034803"/>
                <a:gd name="csY2" fmla="*/ 963698 h 989388"/>
                <a:gd name="csX3" fmla="*/ 1034803 w 1034803"/>
                <a:gd name="csY3" fmla="*/ 988823 h 989388"/>
                <a:gd name="csX4" fmla="*/ 1034596 w 1034803"/>
                <a:gd name="csY4" fmla="*/ 989388 h 989388"/>
                <a:gd name="csX5" fmla="*/ 1025607 w 1034803"/>
                <a:gd name="csY5" fmla="*/ 964828 h 989388"/>
                <a:gd name="csX6" fmla="*/ 97555 w 1034803"/>
                <a:gd name="csY6" fmla="*/ 36776 h 989388"/>
                <a:gd name="csX7" fmla="*/ 0 w 1034803"/>
                <a:gd name="csY7" fmla="*/ 1070 h 989388"/>
                <a:gd name="csX8" fmla="*/ 163 w 1034803"/>
                <a:gd name="csY8" fmla="*/ 0 h 9893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34803" h="989388">
                  <a:moveTo>
                    <a:pt x="163" y="0"/>
                  </a:moveTo>
                  <a:lnTo>
                    <a:pt x="97555" y="35646"/>
                  </a:lnTo>
                  <a:cubicBezTo>
                    <a:pt x="514830" y="212138"/>
                    <a:pt x="849115" y="546423"/>
                    <a:pt x="1025607" y="963698"/>
                  </a:cubicBezTo>
                  <a:lnTo>
                    <a:pt x="1034803" y="988823"/>
                  </a:lnTo>
                  <a:lnTo>
                    <a:pt x="1034596" y="989388"/>
                  </a:lnTo>
                  <a:lnTo>
                    <a:pt x="1025607" y="964828"/>
                  </a:lnTo>
                  <a:cubicBezTo>
                    <a:pt x="849115" y="547553"/>
                    <a:pt x="514830" y="213268"/>
                    <a:pt x="97555" y="36776"/>
                  </a:cubicBezTo>
                  <a:lnTo>
                    <a:pt x="0" y="1070"/>
                  </a:lnTo>
                  <a:lnTo>
                    <a:pt x="163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DC0414E-0F1A-F0D8-5382-D772C9858BEF}"/>
                </a:ext>
              </a:extLst>
            </p:cNvPr>
            <p:cNvSpPr/>
            <p:nvPr/>
          </p:nvSpPr>
          <p:spPr>
            <a:xfrm>
              <a:off x="9809261" y="4983963"/>
              <a:ext cx="242788" cy="254147"/>
            </a:xfrm>
            <a:custGeom>
              <a:avLst/>
              <a:gdLst>
                <a:gd name="csX0" fmla="*/ 242166 w 242788"/>
                <a:gd name="csY0" fmla="*/ 0 h 254147"/>
                <a:gd name="csX1" fmla="*/ 242788 w 242788"/>
                <a:gd name="csY1" fmla="*/ 565 h 254147"/>
                <a:gd name="csX2" fmla="*/ 141746 w 242788"/>
                <a:gd name="csY2" fmla="*/ 92397 h 254147"/>
                <a:gd name="csX3" fmla="*/ 29192 w 242788"/>
                <a:gd name="csY3" fmla="*/ 216239 h 254147"/>
                <a:gd name="csX4" fmla="*/ 954 w 242788"/>
                <a:gd name="csY4" fmla="*/ 254001 h 254147"/>
                <a:gd name="csX5" fmla="*/ 0 w 242788"/>
                <a:gd name="csY5" fmla="*/ 254147 h 254147"/>
                <a:gd name="csX6" fmla="*/ 29192 w 242788"/>
                <a:gd name="csY6" fmla="*/ 215109 h 254147"/>
                <a:gd name="csX7" fmla="*/ 141746 w 242788"/>
                <a:gd name="csY7" fmla="*/ 91267 h 254147"/>
                <a:gd name="csX8" fmla="*/ 242166 w 242788"/>
                <a:gd name="csY8" fmla="*/ 0 h 2541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42788" h="254147">
                  <a:moveTo>
                    <a:pt x="242166" y="0"/>
                  </a:moveTo>
                  <a:lnTo>
                    <a:pt x="242788" y="565"/>
                  </a:lnTo>
                  <a:lnTo>
                    <a:pt x="141746" y="92397"/>
                  </a:lnTo>
                  <a:cubicBezTo>
                    <a:pt x="102298" y="131846"/>
                    <a:pt x="64731" y="173175"/>
                    <a:pt x="29192" y="216239"/>
                  </a:cubicBezTo>
                  <a:lnTo>
                    <a:pt x="954" y="254001"/>
                  </a:lnTo>
                  <a:lnTo>
                    <a:pt x="0" y="254147"/>
                  </a:lnTo>
                  <a:lnTo>
                    <a:pt x="29192" y="215109"/>
                  </a:lnTo>
                  <a:cubicBezTo>
                    <a:pt x="64731" y="172045"/>
                    <a:pt x="102298" y="130716"/>
                    <a:pt x="141746" y="91267"/>
                  </a:cubicBezTo>
                  <a:lnTo>
                    <a:pt x="242166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CBF745C-B1EA-63F1-86C3-D6F97F4BE621}"/>
                </a:ext>
              </a:extLst>
            </p:cNvPr>
            <p:cNvSpPr/>
            <p:nvPr/>
          </p:nvSpPr>
          <p:spPr>
            <a:xfrm>
              <a:off x="10052049" y="4983963"/>
              <a:ext cx="242788" cy="254147"/>
            </a:xfrm>
            <a:custGeom>
              <a:avLst/>
              <a:gdLst>
                <a:gd name="csX0" fmla="*/ 622 w 242788"/>
                <a:gd name="csY0" fmla="*/ 0 h 254147"/>
                <a:gd name="csX1" fmla="*/ 101042 w 242788"/>
                <a:gd name="csY1" fmla="*/ 91267 h 254147"/>
                <a:gd name="csX2" fmla="*/ 213596 w 242788"/>
                <a:gd name="csY2" fmla="*/ 215109 h 254147"/>
                <a:gd name="csX3" fmla="*/ 242788 w 242788"/>
                <a:gd name="csY3" fmla="*/ 254147 h 254147"/>
                <a:gd name="csX4" fmla="*/ 241834 w 242788"/>
                <a:gd name="csY4" fmla="*/ 254001 h 254147"/>
                <a:gd name="csX5" fmla="*/ 213596 w 242788"/>
                <a:gd name="csY5" fmla="*/ 216239 h 254147"/>
                <a:gd name="csX6" fmla="*/ 101042 w 242788"/>
                <a:gd name="csY6" fmla="*/ 92397 h 254147"/>
                <a:gd name="csX7" fmla="*/ 0 w 242788"/>
                <a:gd name="csY7" fmla="*/ 565 h 254147"/>
                <a:gd name="csX8" fmla="*/ 622 w 242788"/>
                <a:gd name="csY8" fmla="*/ 0 h 2541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42788" h="254147">
                  <a:moveTo>
                    <a:pt x="622" y="0"/>
                  </a:moveTo>
                  <a:lnTo>
                    <a:pt x="101042" y="91267"/>
                  </a:lnTo>
                  <a:cubicBezTo>
                    <a:pt x="140490" y="130716"/>
                    <a:pt x="178057" y="172045"/>
                    <a:pt x="213596" y="215109"/>
                  </a:cubicBezTo>
                  <a:lnTo>
                    <a:pt x="242788" y="254147"/>
                  </a:lnTo>
                  <a:lnTo>
                    <a:pt x="241834" y="254001"/>
                  </a:lnTo>
                  <a:lnTo>
                    <a:pt x="213596" y="216239"/>
                  </a:lnTo>
                  <a:cubicBezTo>
                    <a:pt x="178057" y="173175"/>
                    <a:pt x="140490" y="131846"/>
                    <a:pt x="101042" y="92397"/>
                  </a:cubicBezTo>
                  <a:lnTo>
                    <a:pt x="0" y="565"/>
                  </a:lnTo>
                  <a:lnTo>
                    <a:pt x="622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845460F-A0E4-30A6-B6FD-E75ABA38CB96}"/>
                </a:ext>
              </a:extLst>
            </p:cNvPr>
            <p:cNvSpPr/>
            <p:nvPr/>
          </p:nvSpPr>
          <p:spPr>
            <a:xfrm>
              <a:off x="9440230" y="5001559"/>
              <a:ext cx="30569" cy="319104"/>
            </a:xfrm>
            <a:custGeom>
              <a:avLst/>
              <a:gdLst>
                <a:gd name="csX0" fmla="*/ 29 w 30569"/>
                <a:gd name="csY0" fmla="*/ 0 h 319104"/>
                <a:gd name="csX1" fmla="*/ 9004 w 30569"/>
                <a:gd name="csY1" fmla="*/ 177739 h 319104"/>
                <a:gd name="csX2" fmla="*/ 30569 w 30569"/>
                <a:gd name="csY2" fmla="*/ 319044 h 319104"/>
                <a:gd name="csX3" fmla="*/ 30406 w 30569"/>
                <a:gd name="csY3" fmla="*/ 319104 h 319104"/>
                <a:gd name="csX4" fmla="*/ 9004 w 30569"/>
                <a:gd name="csY4" fmla="*/ 178869 h 319104"/>
                <a:gd name="csX5" fmla="*/ 0 w 30569"/>
                <a:gd name="csY5" fmla="*/ 565 h 319104"/>
                <a:gd name="csX6" fmla="*/ 29 w 30569"/>
                <a:gd name="csY6" fmla="*/ 0 h 3191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0569" h="319104">
                  <a:moveTo>
                    <a:pt x="29" y="0"/>
                  </a:moveTo>
                  <a:lnTo>
                    <a:pt x="9004" y="177739"/>
                  </a:lnTo>
                  <a:lnTo>
                    <a:pt x="30569" y="319044"/>
                  </a:lnTo>
                  <a:lnTo>
                    <a:pt x="30406" y="319104"/>
                  </a:lnTo>
                  <a:lnTo>
                    <a:pt x="9004" y="178869"/>
                  </a:lnTo>
                  <a:cubicBezTo>
                    <a:pt x="3050" y="120244"/>
                    <a:pt x="0" y="60761"/>
                    <a:pt x="0" y="565"/>
                  </a:cubicBezTo>
                  <a:lnTo>
                    <a:pt x="29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A4BBAE9-5F6F-DEBC-77A8-CC30D59F4EBD}"/>
                </a:ext>
              </a:extLst>
            </p:cNvPr>
            <p:cNvSpPr/>
            <p:nvPr/>
          </p:nvSpPr>
          <p:spPr>
            <a:xfrm>
              <a:off x="12800185" y="5001559"/>
              <a:ext cx="127849" cy="653681"/>
            </a:xfrm>
            <a:custGeom>
              <a:avLst/>
              <a:gdLst>
                <a:gd name="csX0" fmla="*/ 127820 w 127849"/>
                <a:gd name="csY0" fmla="*/ 0 h 653681"/>
                <a:gd name="csX1" fmla="*/ 127849 w 127849"/>
                <a:gd name="csY1" fmla="*/ 565 h 653681"/>
                <a:gd name="csX2" fmla="*/ 49447 w 127849"/>
                <a:gd name="csY2" fmla="*/ 519148 h 653681"/>
                <a:gd name="csX3" fmla="*/ 207 w 127849"/>
                <a:gd name="csY3" fmla="*/ 653681 h 653681"/>
                <a:gd name="csX4" fmla="*/ 0 w 127849"/>
                <a:gd name="csY4" fmla="*/ 653116 h 653681"/>
                <a:gd name="csX5" fmla="*/ 49447 w 127849"/>
                <a:gd name="csY5" fmla="*/ 518018 h 653681"/>
                <a:gd name="csX6" fmla="*/ 118845 w 127849"/>
                <a:gd name="csY6" fmla="*/ 177739 h 653681"/>
                <a:gd name="csX7" fmla="*/ 127820 w 127849"/>
                <a:gd name="csY7" fmla="*/ 0 h 6536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7849" h="653681">
                  <a:moveTo>
                    <a:pt x="127820" y="0"/>
                  </a:moveTo>
                  <a:lnTo>
                    <a:pt x="127849" y="565"/>
                  </a:lnTo>
                  <a:cubicBezTo>
                    <a:pt x="127849" y="181152"/>
                    <a:pt x="100400" y="355328"/>
                    <a:pt x="49447" y="519148"/>
                  </a:cubicBezTo>
                  <a:lnTo>
                    <a:pt x="207" y="653681"/>
                  </a:lnTo>
                  <a:lnTo>
                    <a:pt x="0" y="653116"/>
                  </a:lnTo>
                  <a:lnTo>
                    <a:pt x="49447" y="518018"/>
                  </a:lnTo>
                  <a:cubicBezTo>
                    <a:pt x="83416" y="408805"/>
                    <a:pt x="106938" y="294989"/>
                    <a:pt x="118845" y="177739"/>
                  </a:cubicBezTo>
                  <a:lnTo>
                    <a:pt x="12782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FF35A65-6867-6020-23BC-F5F86FF423C8}"/>
                </a:ext>
              </a:extLst>
            </p:cNvPr>
            <p:cNvSpPr/>
            <p:nvPr/>
          </p:nvSpPr>
          <p:spPr>
            <a:xfrm>
              <a:off x="7176064" y="5654675"/>
              <a:ext cx="128056" cy="654245"/>
            </a:xfrm>
            <a:custGeom>
              <a:avLst/>
              <a:gdLst>
                <a:gd name="csX0" fmla="*/ 127849 w 128056"/>
                <a:gd name="csY0" fmla="*/ 0 h 654245"/>
                <a:gd name="csX1" fmla="*/ 128056 w 128056"/>
                <a:gd name="csY1" fmla="*/ 565 h 654245"/>
                <a:gd name="csX2" fmla="*/ 78402 w 128056"/>
                <a:gd name="csY2" fmla="*/ 136227 h 654245"/>
                <a:gd name="csX3" fmla="*/ 9004 w 128056"/>
                <a:gd name="csY3" fmla="*/ 476506 h 654245"/>
                <a:gd name="csX4" fmla="*/ 29 w 128056"/>
                <a:gd name="csY4" fmla="*/ 654245 h 654245"/>
                <a:gd name="csX5" fmla="*/ 0 w 128056"/>
                <a:gd name="csY5" fmla="*/ 653680 h 654245"/>
                <a:gd name="csX6" fmla="*/ 78402 w 128056"/>
                <a:gd name="csY6" fmla="*/ 135097 h 654245"/>
                <a:gd name="csX7" fmla="*/ 127849 w 128056"/>
                <a:gd name="csY7" fmla="*/ 0 h 6542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8056" h="654245">
                  <a:moveTo>
                    <a:pt x="127849" y="0"/>
                  </a:moveTo>
                  <a:lnTo>
                    <a:pt x="128056" y="565"/>
                  </a:lnTo>
                  <a:lnTo>
                    <a:pt x="78402" y="136227"/>
                  </a:lnTo>
                  <a:cubicBezTo>
                    <a:pt x="44434" y="245441"/>
                    <a:pt x="20911" y="359257"/>
                    <a:pt x="9004" y="476506"/>
                  </a:cubicBezTo>
                  <a:lnTo>
                    <a:pt x="29" y="654245"/>
                  </a:lnTo>
                  <a:lnTo>
                    <a:pt x="0" y="653680"/>
                  </a:lnTo>
                  <a:cubicBezTo>
                    <a:pt x="0" y="473093"/>
                    <a:pt x="27449" y="298918"/>
                    <a:pt x="78402" y="135097"/>
                  </a:cubicBezTo>
                  <a:lnTo>
                    <a:pt x="127849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06D88C6-A745-329D-D214-66DB6D4D10B3}"/>
                </a:ext>
              </a:extLst>
            </p:cNvPr>
            <p:cNvSpPr/>
            <p:nvPr/>
          </p:nvSpPr>
          <p:spPr>
            <a:xfrm>
              <a:off x="9567872" y="5654675"/>
              <a:ext cx="414" cy="1130"/>
            </a:xfrm>
            <a:custGeom>
              <a:avLst/>
              <a:gdLst>
                <a:gd name="csX0" fmla="*/ 207 w 414"/>
                <a:gd name="csY0" fmla="*/ 0 h 1130"/>
                <a:gd name="csX1" fmla="*/ 414 w 414"/>
                <a:gd name="csY1" fmla="*/ 565 h 1130"/>
                <a:gd name="csX2" fmla="*/ 207 w 414"/>
                <a:gd name="csY2" fmla="*/ 1130 h 1130"/>
                <a:gd name="csX3" fmla="*/ 0 w 414"/>
                <a:gd name="csY3" fmla="*/ 565 h 1130"/>
                <a:gd name="csX4" fmla="*/ 207 w 414"/>
                <a:gd name="csY4" fmla="*/ 0 h 1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14" h="1130">
                  <a:moveTo>
                    <a:pt x="207" y="0"/>
                  </a:moveTo>
                  <a:lnTo>
                    <a:pt x="414" y="565"/>
                  </a:lnTo>
                  <a:lnTo>
                    <a:pt x="207" y="1130"/>
                  </a:lnTo>
                  <a:lnTo>
                    <a:pt x="0" y="565"/>
                  </a:lnTo>
                  <a:lnTo>
                    <a:pt x="207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5A34185-B274-3602-EBD0-948FB6D622DF}"/>
                </a:ext>
              </a:extLst>
            </p:cNvPr>
            <p:cNvSpPr/>
            <p:nvPr/>
          </p:nvSpPr>
          <p:spPr>
            <a:xfrm>
              <a:off x="10535812" y="5654675"/>
              <a:ext cx="97650" cy="335202"/>
            </a:xfrm>
            <a:custGeom>
              <a:avLst/>
              <a:gdLst>
                <a:gd name="csX0" fmla="*/ 207 w 97650"/>
                <a:gd name="csY0" fmla="*/ 0 h 335202"/>
                <a:gd name="csX1" fmla="*/ 49654 w 97650"/>
                <a:gd name="csY1" fmla="*/ 135097 h 335202"/>
                <a:gd name="csX2" fmla="*/ 92626 w 97650"/>
                <a:gd name="csY2" fmla="*/ 302223 h 335202"/>
                <a:gd name="csX3" fmla="*/ 97650 w 97650"/>
                <a:gd name="csY3" fmla="*/ 335142 h 335202"/>
                <a:gd name="csX4" fmla="*/ 97487 w 97650"/>
                <a:gd name="csY4" fmla="*/ 335202 h 335202"/>
                <a:gd name="csX5" fmla="*/ 92626 w 97650"/>
                <a:gd name="csY5" fmla="*/ 303353 h 335202"/>
                <a:gd name="csX6" fmla="*/ 49654 w 97650"/>
                <a:gd name="csY6" fmla="*/ 136227 h 335202"/>
                <a:gd name="csX7" fmla="*/ 0 w 97650"/>
                <a:gd name="csY7" fmla="*/ 565 h 335202"/>
                <a:gd name="csX8" fmla="*/ 207 w 97650"/>
                <a:gd name="csY8" fmla="*/ 0 h 3352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97650" h="335202">
                  <a:moveTo>
                    <a:pt x="207" y="0"/>
                  </a:moveTo>
                  <a:lnTo>
                    <a:pt x="49654" y="135097"/>
                  </a:lnTo>
                  <a:cubicBezTo>
                    <a:pt x="66638" y="189704"/>
                    <a:pt x="81011" y="245461"/>
                    <a:pt x="92626" y="302223"/>
                  </a:cubicBezTo>
                  <a:lnTo>
                    <a:pt x="97650" y="335142"/>
                  </a:lnTo>
                  <a:lnTo>
                    <a:pt x="97487" y="335202"/>
                  </a:lnTo>
                  <a:lnTo>
                    <a:pt x="92626" y="303353"/>
                  </a:lnTo>
                  <a:cubicBezTo>
                    <a:pt x="81011" y="246591"/>
                    <a:pt x="66638" y="190834"/>
                    <a:pt x="49654" y="136227"/>
                  </a:cubicBezTo>
                  <a:lnTo>
                    <a:pt x="0" y="565"/>
                  </a:lnTo>
                  <a:lnTo>
                    <a:pt x="207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B5E1051-7D59-E8C2-88C9-B8667B2E1FEE}"/>
                </a:ext>
              </a:extLst>
            </p:cNvPr>
            <p:cNvSpPr/>
            <p:nvPr/>
          </p:nvSpPr>
          <p:spPr>
            <a:xfrm>
              <a:off x="11765382" y="5655240"/>
              <a:ext cx="1034803" cy="989388"/>
            </a:xfrm>
            <a:custGeom>
              <a:avLst/>
              <a:gdLst>
                <a:gd name="csX0" fmla="*/ 1034596 w 1034803"/>
                <a:gd name="csY0" fmla="*/ 0 h 989388"/>
                <a:gd name="csX1" fmla="*/ 1034803 w 1034803"/>
                <a:gd name="csY1" fmla="*/ 565 h 989388"/>
                <a:gd name="csX2" fmla="*/ 1025607 w 1034803"/>
                <a:gd name="csY2" fmla="*/ 25689 h 989388"/>
                <a:gd name="csX3" fmla="*/ 97555 w 1034803"/>
                <a:gd name="csY3" fmla="*/ 953741 h 989388"/>
                <a:gd name="csX4" fmla="*/ 163 w 1034803"/>
                <a:gd name="csY4" fmla="*/ 989388 h 989388"/>
                <a:gd name="csX5" fmla="*/ 0 w 1034803"/>
                <a:gd name="csY5" fmla="*/ 988318 h 989388"/>
                <a:gd name="csX6" fmla="*/ 97555 w 1034803"/>
                <a:gd name="csY6" fmla="*/ 952611 h 989388"/>
                <a:gd name="csX7" fmla="*/ 1025607 w 1034803"/>
                <a:gd name="csY7" fmla="*/ 24559 h 989388"/>
                <a:gd name="csX8" fmla="*/ 1034596 w 1034803"/>
                <a:gd name="csY8" fmla="*/ 0 h 9893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34803" h="989388">
                  <a:moveTo>
                    <a:pt x="1034596" y="0"/>
                  </a:moveTo>
                  <a:lnTo>
                    <a:pt x="1034803" y="565"/>
                  </a:lnTo>
                  <a:lnTo>
                    <a:pt x="1025607" y="25689"/>
                  </a:lnTo>
                  <a:cubicBezTo>
                    <a:pt x="849115" y="442964"/>
                    <a:pt x="514830" y="777249"/>
                    <a:pt x="97555" y="953741"/>
                  </a:cubicBezTo>
                  <a:lnTo>
                    <a:pt x="163" y="989388"/>
                  </a:lnTo>
                  <a:lnTo>
                    <a:pt x="0" y="988318"/>
                  </a:lnTo>
                  <a:lnTo>
                    <a:pt x="97555" y="952611"/>
                  </a:lnTo>
                  <a:cubicBezTo>
                    <a:pt x="514830" y="776119"/>
                    <a:pt x="849115" y="441834"/>
                    <a:pt x="1025607" y="24559"/>
                  </a:cubicBezTo>
                  <a:lnTo>
                    <a:pt x="1034596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8F324E1-6F3F-1CE5-CAC4-0F2ED6C8CE05}"/>
                </a:ext>
              </a:extLst>
            </p:cNvPr>
            <p:cNvSpPr/>
            <p:nvPr/>
          </p:nvSpPr>
          <p:spPr>
            <a:xfrm>
              <a:off x="12800185" y="5655240"/>
              <a:ext cx="127849" cy="653680"/>
            </a:xfrm>
            <a:custGeom>
              <a:avLst/>
              <a:gdLst>
                <a:gd name="csX0" fmla="*/ 207 w 127849"/>
                <a:gd name="csY0" fmla="*/ 0 h 653680"/>
                <a:gd name="csX1" fmla="*/ 49447 w 127849"/>
                <a:gd name="csY1" fmla="*/ 134532 h 653680"/>
                <a:gd name="csX2" fmla="*/ 127849 w 127849"/>
                <a:gd name="csY2" fmla="*/ 653115 h 653680"/>
                <a:gd name="csX3" fmla="*/ 127820 w 127849"/>
                <a:gd name="csY3" fmla="*/ 653680 h 653680"/>
                <a:gd name="csX4" fmla="*/ 118845 w 127849"/>
                <a:gd name="csY4" fmla="*/ 475941 h 653680"/>
                <a:gd name="csX5" fmla="*/ 49447 w 127849"/>
                <a:gd name="csY5" fmla="*/ 135662 h 653680"/>
                <a:gd name="csX6" fmla="*/ 0 w 127849"/>
                <a:gd name="csY6" fmla="*/ 565 h 653680"/>
                <a:gd name="csX7" fmla="*/ 207 w 127849"/>
                <a:gd name="csY7" fmla="*/ 0 h 653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7849" h="653680">
                  <a:moveTo>
                    <a:pt x="207" y="0"/>
                  </a:moveTo>
                  <a:lnTo>
                    <a:pt x="49447" y="134532"/>
                  </a:lnTo>
                  <a:cubicBezTo>
                    <a:pt x="100400" y="298353"/>
                    <a:pt x="127849" y="472528"/>
                    <a:pt x="127849" y="653115"/>
                  </a:cubicBezTo>
                  <a:lnTo>
                    <a:pt x="127820" y="653680"/>
                  </a:lnTo>
                  <a:lnTo>
                    <a:pt x="118845" y="475941"/>
                  </a:lnTo>
                  <a:cubicBezTo>
                    <a:pt x="106938" y="358692"/>
                    <a:pt x="83416" y="244876"/>
                    <a:pt x="49447" y="135662"/>
                  </a:cubicBezTo>
                  <a:lnTo>
                    <a:pt x="0" y="565"/>
                  </a:lnTo>
                  <a:lnTo>
                    <a:pt x="207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3C15A94-FB5E-C0E3-FA58-F4BA0641CC5E}"/>
                </a:ext>
              </a:extLst>
            </p:cNvPr>
            <p:cNvSpPr/>
            <p:nvPr/>
          </p:nvSpPr>
          <p:spPr>
            <a:xfrm>
              <a:off x="9440230" y="5989817"/>
              <a:ext cx="30569" cy="319103"/>
            </a:xfrm>
            <a:custGeom>
              <a:avLst/>
              <a:gdLst>
                <a:gd name="csX0" fmla="*/ 30406 w 30569"/>
                <a:gd name="csY0" fmla="*/ 0 h 319103"/>
                <a:gd name="csX1" fmla="*/ 30569 w 30569"/>
                <a:gd name="csY1" fmla="*/ 60 h 319103"/>
                <a:gd name="csX2" fmla="*/ 9004 w 30569"/>
                <a:gd name="csY2" fmla="*/ 141364 h 319103"/>
                <a:gd name="csX3" fmla="*/ 29 w 30569"/>
                <a:gd name="csY3" fmla="*/ 319103 h 319103"/>
                <a:gd name="csX4" fmla="*/ 0 w 30569"/>
                <a:gd name="csY4" fmla="*/ 318538 h 319103"/>
                <a:gd name="csX5" fmla="*/ 9004 w 30569"/>
                <a:gd name="csY5" fmla="*/ 140234 h 319103"/>
                <a:gd name="csX6" fmla="*/ 30406 w 30569"/>
                <a:gd name="csY6" fmla="*/ 0 h 3191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0569" h="319103">
                  <a:moveTo>
                    <a:pt x="30406" y="0"/>
                  </a:moveTo>
                  <a:lnTo>
                    <a:pt x="30569" y="60"/>
                  </a:lnTo>
                  <a:lnTo>
                    <a:pt x="9004" y="141364"/>
                  </a:lnTo>
                  <a:lnTo>
                    <a:pt x="29" y="319103"/>
                  </a:lnTo>
                  <a:lnTo>
                    <a:pt x="0" y="318538"/>
                  </a:lnTo>
                  <a:cubicBezTo>
                    <a:pt x="0" y="258343"/>
                    <a:pt x="3050" y="198859"/>
                    <a:pt x="9004" y="140234"/>
                  </a:cubicBezTo>
                  <a:lnTo>
                    <a:pt x="30406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550EC6F-E81C-F45B-DEF6-BCAFE4443C20}"/>
                </a:ext>
              </a:extLst>
            </p:cNvPr>
            <p:cNvSpPr/>
            <p:nvPr/>
          </p:nvSpPr>
          <p:spPr>
            <a:xfrm>
              <a:off x="9809261" y="6072370"/>
              <a:ext cx="242788" cy="254146"/>
            </a:xfrm>
            <a:custGeom>
              <a:avLst/>
              <a:gdLst>
                <a:gd name="csX0" fmla="*/ 0 w 242788"/>
                <a:gd name="csY0" fmla="*/ 0 h 254146"/>
                <a:gd name="csX1" fmla="*/ 954 w 242788"/>
                <a:gd name="csY1" fmla="*/ 146 h 254146"/>
                <a:gd name="csX2" fmla="*/ 29192 w 242788"/>
                <a:gd name="csY2" fmla="*/ 37907 h 254146"/>
                <a:gd name="csX3" fmla="*/ 141746 w 242788"/>
                <a:gd name="csY3" fmla="*/ 161749 h 254146"/>
                <a:gd name="csX4" fmla="*/ 242788 w 242788"/>
                <a:gd name="csY4" fmla="*/ 253581 h 254146"/>
                <a:gd name="csX5" fmla="*/ 242166 w 242788"/>
                <a:gd name="csY5" fmla="*/ 254146 h 254146"/>
                <a:gd name="csX6" fmla="*/ 141746 w 242788"/>
                <a:gd name="csY6" fmla="*/ 162879 h 254146"/>
                <a:gd name="csX7" fmla="*/ 29192 w 242788"/>
                <a:gd name="csY7" fmla="*/ 39037 h 254146"/>
                <a:gd name="csX8" fmla="*/ 0 w 242788"/>
                <a:gd name="csY8" fmla="*/ 0 h 254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42788" h="254146">
                  <a:moveTo>
                    <a:pt x="0" y="0"/>
                  </a:moveTo>
                  <a:lnTo>
                    <a:pt x="954" y="146"/>
                  </a:lnTo>
                  <a:lnTo>
                    <a:pt x="29192" y="37907"/>
                  </a:lnTo>
                  <a:cubicBezTo>
                    <a:pt x="64731" y="80972"/>
                    <a:pt x="102298" y="122301"/>
                    <a:pt x="141746" y="161749"/>
                  </a:cubicBezTo>
                  <a:lnTo>
                    <a:pt x="242788" y="253581"/>
                  </a:lnTo>
                  <a:lnTo>
                    <a:pt x="242166" y="254146"/>
                  </a:lnTo>
                  <a:lnTo>
                    <a:pt x="141746" y="162879"/>
                  </a:lnTo>
                  <a:cubicBezTo>
                    <a:pt x="102298" y="123431"/>
                    <a:pt x="64731" y="82102"/>
                    <a:pt x="29192" y="39037"/>
                  </a:cubicBez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8C8AF30-6CD8-1653-3A5F-1DB70A9BB6D0}"/>
                </a:ext>
              </a:extLst>
            </p:cNvPr>
            <p:cNvSpPr/>
            <p:nvPr/>
          </p:nvSpPr>
          <p:spPr>
            <a:xfrm>
              <a:off x="7176064" y="6308920"/>
              <a:ext cx="1502068" cy="1725768"/>
            </a:xfrm>
            <a:custGeom>
              <a:avLst/>
              <a:gdLst>
                <a:gd name="csX0" fmla="*/ 29 w 1502068"/>
                <a:gd name="csY0" fmla="*/ 0 h 1725768"/>
                <a:gd name="csX1" fmla="*/ 9004 w 1502068"/>
                <a:gd name="csY1" fmla="*/ 177739 h 1725768"/>
                <a:gd name="csX2" fmla="*/ 1392445 w 1502068"/>
                <a:gd name="csY2" fmla="*/ 1707907 h 1725768"/>
                <a:gd name="csX3" fmla="*/ 1501114 w 1502068"/>
                <a:gd name="csY3" fmla="*/ 1724492 h 1725768"/>
                <a:gd name="csX4" fmla="*/ 1502068 w 1502068"/>
                <a:gd name="csY4" fmla="*/ 1725768 h 1725768"/>
                <a:gd name="csX5" fmla="*/ 1392445 w 1502068"/>
                <a:gd name="csY5" fmla="*/ 1709037 h 1725768"/>
                <a:gd name="csX6" fmla="*/ 0 w 1502068"/>
                <a:gd name="csY6" fmla="*/ 565 h 1725768"/>
                <a:gd name="csX7" fmla="*/ 29 w 1502068"/>
                <a:gd name="csY7" fmla="*/ 0 h 17257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502068" h="1725768">
                  <a:moveTo>
                    <a:pt x="29" y="0"/>
                  </a:moveTo>
                  <a:lnTo>
                    <a:pt x="9004" y="177739"/>
                  </a:lnTo>
                  <a:cubicBezTo>
                    <a:pt x="86402" y="939862"/>
                    <a:pt x="654541" y="1556910"/>
                    <a:pt x="1392445" y="1707907"/>
                  </a:cubicBezTo>
                  <a:lnTo>
                    <a:pt x="1501114" y="1724492"/>
                  </a:lnTo>
                  <a:lnTo>
                    <a:pt x="1502068" y="1725768"/>
                  </a:lnTo>
                  <a:lnTo>
                    <a:pt x="1392445" y="1709037"/>
                  </a:lnTo>
                  <a:cubicBezTo>
                    <a:pt x="597779" y="1546425"/>
                    <a:pt x="0" y="843304"/>
                    <a:pt x="0" y="565"/>
                  </a:cubicBezTo>
                  <a:lnTo>
                    <a:pt x="29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D99183F-C101-97C1-5D04-06CB2B0893B0}"/>
                </a:ext>
              </a:extLst>
            </p:cNvPr>
            <p:cNvSpPr/>
            <p:nvPr/>
          </p:nvSpPr>
          <p:spPr>
            <a:xfrm>
              <a:off x="9440230" y="6308920"/>
              <a:ext cx="34433" cy="344416"/>
            </a:xfrm>
            <a:custGeom>
              <a:avLst/>
              <a:gdLst>
                <a:gd name="csX0" fmla="*/ 29 w 34433"/>
                <a:gd name="csY0" fmla="*/ 0 h 344416"/>
                <a:gd name="csX1" fmla="*/ 9004 w 34433"/>
                <a:gd name="csY1" fmla="*/ 177739 h 344416"/>
                <a:gd name="csX2" fmla="*/ 34433 w 34433"/>
                <a:gd name="csY2" fmla="*/ 344356 h 344416"/>
                <a:gd name="csX3" fmla="*/ 34269 w 34433"/>
                <a:gd name="csY3" fmla="*/ 344416 h 344416"/>
                <a:gd name="csX4" fmla="*/ 9004 w 34433"/>
                <a:gd name="csY4" fmla="*/ 178869 h 344416"/>
                <a:gd name="csX5" fmla="*/ 0 w 34433"/>
                <a:gd name="csY5" fmla="*/ 565 h 344416"/>
                <a:gd name="csX6" fmla="*/ 29 w 34433"/>
                <a:gd name="csY6" fmla="*/ 0 h 344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4433" h="344416">
                  <a:moveTo>
                    <a:pt x="29" y="0"/>
                  </a:moveTo>
                  <a:lnTo>
                    <a:pt x="9004" y="177739"/>
                  </a:lnTo>
                  <a:lnTo>
                    <a:pt x="34433" y="344356"/>
                  </a:lnTo>
                  <a:lnTo>
                    <a:pt x="34269" y="344416"/>
                  </a:lnTo>
                  <a:lnTo>
                    <a:pt x="9004" y="178869"/>
                  </a:lnTo>
                  <a:cubicBezTo>
                    <a:pt x="3050" y="120244"/>
                    <a:pt x="0" y="60761"/>
                    <a:pt x="0" y="565"/>
                  </a:cubicBezTo>
                  <a:lnTo>
                    <a:pt x="29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EA25656-992F-060D-18EC-B74339E88DA2}"/>
                </a:ext>
              </a:extLst>
            </p:cNvPr>
            <p:cNvSpPr/>
            <p:nvPr/>
          </p:nvSpPr>
          <p:spPr>
            <a:xfrm>
              <a:off x="11425966" y="6308920"/>
              <a:ext cx="1502068" cy="1725768"/>
            </a:xfrm>
            <a:custGeom>
              <a:avLst/>
              <a:gdLst>
                <a:gd name="csX0" fmla="*/ 1502039 w 1502068"/>
                <a:gd name="csY0" fmla="*/ 0 h 1725768"/>
                <a:gd name="csX1" fmla="*/ 1502068 w 1502068"/>
                <a:gd name="csY1" fmla="*/ 565 h 1725768"/>
                <a:gd name="csX2" fmla="*/ 109623 w 1502068"/>
                <a:gd name="csY2" fmla="*/ 1709037 h 1725768"/>
                <a:gd name="csX3" fmla="*/ 0 w 1502068"/>
                <a:gd name="csY3" fmla="*/ 1725768 h 1725768"/>
                <a:gd name="csX4" fmla="*/ 954 w 1502068"/>
                <a:gd name="csY4" fmla="*/ 1724492 h 1725768"/>
                <a:gd name="csX5" fmla="*/ 109623 w 1502068"/>
                <a:gd name="csY5" fmla="*/ 1707907 h 1725768"/>
                <a:gd name="csX6" fmla="*/ 1493064 w 1502068"/>
                <a:gd name="csY6" fmla="*/ 177739 h 1725768"/>
                <a:gd name="csX7" fmla="*/ 1502039 w 1502068"/>
                <a:gd name="csY7" fmla="*/ 0 h 17257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502068" h="1725768">
                  <a:moveTo>
                    <a:pt x="1502039" y="0"/>
                  </a:moveTo>
                  <a:lnTo>
                    <a:pt x="1502068" y="565"/>
                  </a:lnTo>
                  <a:cubicBezTo>
                    <a:pt x="1502068" y="843304"/>
                    <a:pt x="904289" y="1546425"/>
                    <a:pt x="109623" y="1709037"/>
                  </a:cubicBezTo>
                  <a:lnTo>
                    <a:pt x="0" y="1725768"/>
                  </a:lnTo>
                  <a:lnTo>
                    <a:pt x="954" y="1724492"/>
                  </a:lnTo>
                  <a:lnTo>
                    <a:pt x="109623" y="1707907"/>
                  </a:lnTo>
                  <a:cubicBezTo>
                    <a:pt x="847528" y="1556910"/>
                    <a:pt x="1415667" y="939862"/>
                    <a:pt x="1493064" y="177739"/>
                  </a:cubicBezTo>
                  <a:lnTo>
                    <a:pt x="1502039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61E5A38-FFE5-C64A-9174-B37705F4D16B}"/>
                </a:ext>
              </a:extLst>
            </p:cNvPr>
            <p:cNvSpPr/>
            <p:nvPr/>
          </p:nvSpPr>
          <p:spPr>
            <a:xfrm>
              <a:off x="10629272" y="6653276"/>
              <a:ext cx="327" cy="1130"/>
            </a:xfrm>
            <a:custGeom>
              <a:avLst/>
              <a:gdLst>
                <a:gd name="csX0" fmla="*/ 163 w 327"/>
                <a:gd name="csY0" fmla="*/ 0 h 1130"/>
                <a:gd name="csX1" fmla="*/ 327 w 327"/>
                <a:gd name="csY1" fmla="*/ 60 h 1130"/>
                <a:gd name="csX2" fmla="*/ 163 w 327"/>
                <a:gd name="csY2" fmla="*/ 1130 h 1130"/>
                <a:gd name="csX3" fmla="*/ 0 w 327"/>
                <a:gd name="csY3" fmla="*/ 1071 h 1130"/>
                <a:gd name="csX4" fmla="*/ 163 w 327"/>
                <a:gd name="csY4" fmla="*/ 0 h 1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7" h="1130">
                  <a:moveTo>
                    <a:pt x="163" y="0"/>
                  </a:moveTo>
                  <a:lnTo>
                    <a:pt x="327" y="60"/>
                  </a:lnTo>
                  <a:lnTo>
                    <a:pt x="163" y="1130"/>
                  </a:lnTo>
                  <a:lnTo>
                    <a:pt x="0" y="1071"/>
                  </a:lnTo>
                  <a:lnTo>
                    <a:pt x="163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A05F7DE-5714-B373-9681-CDE2AA7D77F8}"/>
                </a:ext>
              </a:extLst>
            </p:cNvPr>
            <p:cNvSpPr/>
            <p:nvPr/>
          </p:nvSpPr>
          <p:spPr>
            <a:xfrm>
              <a:off x="10051427" y="7633312"/>
              <a:ext cx="1244" cy="1130"/>
            </a:xfrm>
            <a:custGeom>
              <a:avLst/>
              <a:gdLst>
                <a:gd name="csX0" fmla="*/ 622 w 1244"/>
                <a:gd name="csY0" fmla="*/ 0 h 1130"/>
                <a:gd name="csX1" fmla="*/ 1244 w 1244"/>
                <a:gd name="csY1" fmla="*/ 565 h 1130"/>
                <a:gd name="csX2" fmla="*/ 622 w 1244"/>
                <a:gd name="csY2" fmla="*/ 1130 h 1130"/>
                <a:gd name="csX3" fmla="*/ 0 w 1244"/>
                <a:gd name="csY3" fmla="*/ 565 h 1130"/>
                <a:gd name="csX4" fmla="*/ 622 w 1244"/>
                <a:gd name="csY4" fmla="*/ 0 h 1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44" h="1130">
                  <a:moveTo>
                    <a:pt x="622" y="0"/>
                  </a:moveTo>
                  <a:lnTo>
                    <a:pt x="1244" y="565"/>
                  </a:lnTo>
                  <a:lnTo>
                    <a:pt x="622" y="1130"/>
                  </a:lnTo>
                  <a:lnTo>
                    <a:pt x="0" y="565"/>
                  </a:lnTo>
                  <a:lnTo>
                    <a:pt x="622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DEFFCB1A-1D00-EB42-510B-7F5DF0302230}"/>
                </a:ext>
              </a:extLst>
            </p:cNvPr>
            <p:cNvSpPr/>
            <p:nvPr/>
          </p:nvSpPr>
          <p:spPr>
            <a:xfrm>
              <a:off x="8308147" y="5238109"/>
              <a:ext cx="3117819" cy="3468958"/>
            </a:xfrm>
            <a:custGeom>
              <a:avLst/>
              <a:gdLst>
                <a:gd name="csX0" fmla="*/ 1743902 w 3117819"/>
                <a:gd name="csY0" fmla="*/ 2396332 h 3468958"/>
                <a:gd name="csX1" fmla="*/ 1766702 w 3117819"/>
                <a:gd name="csY1" fmla="*/ 2417054 h 3468958"/>
                <a:gd name="csX2" fmla="*/ 2875985 w 3117819"/>
                <a:gd name="csY2" fmla="*/ 2815277 h 3468958"/>
                <a:gd name="csX3" fmla="*/ 3054289 w 3117819"/>
                <a:gd name="csY3" fmla="*/ 2806273 h 3468958"/>
                <a:gd name="csX4" fmla="*/ 3117819 w 3117819"/>
                <a:gd name="csY4" fmla="*/ 2796578 h 3468958"/>
                <a:gd name="csX5" fmla="*/ 3089581 w 3117819"/>
                <a:gd name="csY5" fmla="*/ 2834339 h 3468958"/>
                <a:gd name="csX6" fmla="*/ 1743902 w 3117819"/>
                <a:gd name="csY6" fmla="*/ 3468958 h 3468958"/>
                <a:gd name="csX7" fmla="*/ 398223 w 3117819"/>
                <a:gd name="csY7" fmla="*/ 2834339 h 3468958"/>
                <a:gd name="csX8" fmla="*/ 369985 w 3117819"/>
                <a:gd name="csY8" fmla="*/ 2796578 h 3468958"/>
                <a:gd name="csX9" fmla="*/ 433515 w 3117819"/>
                <a:gd name="csY9" fmla="*/ 2806273 h 3468958"/>
                <a:gd name="csX10" fmla="*/ 611819 w 3117819"/>
                <a:gd name="csY10" fmla="*/ 2815277 h 3468958"/>
                <a:gd name="csX11" fmla="*/ 1721102 w 3117819"/>
                <a:gd name="csY11" fmla="*/ 2417054 h 3468958"/>
                <a:gd name="csX12" fmla="*/ 1162489 w 3117819"/>
                <a:gd name="csY12" fmla="*/ 82553 h 3468958"/>
                <a:gd name="csX13" fmla="*/ 1167513 w 3117819"/>
                <a:gd name="csY13" fmla="*/ 115471 h 3468958"/>
                <a:gd name="csX14" fmla="*/ 1210485 w 3117819"/>
                <a:gd name="csY14" fmla="*/ 282597 h 3468958"/>
                <a:gd name="csX15" fmla="*/ 1259725 w 3117819"/>
                <a:gd name="csY15" fmla="*/ 417130 h 3468958"/>
                <a:gd name="csX16" fmla="*/ 1210485 w 3117819"/>
                <a:gd name="csY16" fmla="*/ 551662 h 3468958"/>
                <a:gd name="csX17" fmla="*/ 1167513 w 3117819"/>
                <a:gd name="csY17" fmla="*/ 718788 h 3468958"/>
                <a:gd name="csX18" fmla="*/ 1162489 w 3117819"/>
                <a:gd name="csY18" fmla="*/ 751707 h 3468958"/>
                <a:gd name="csX19" fmla="*/ 1141087 w 3117819"/>
                <a:gd name="csY19" fmla="*/ 891941 h 3468958"/>
                <a:gd name="csX20" fmla="*/ 1132083 w 3117819"/>
                <a:gd name="csY20" fmla="*/ 1070245 h 3468958"/>
                <a:gd name="csX21" fmla="*/ 1132112 w 3117819"/>
                <a:gd name="csY21" fmla="*/ 1070810 h 3468958"/>
                <a:gd name="csX22" fmla="*/ 1132083 w 3117819"/>
                <a:gd name="csY22" fmla="*/ 1071375 h 3468958"/>
                <a:gd name="csX23" fmla="*/ 1141087 w 3117819"/>
                <a:gd name="csY23" fmla="*/ 1249679 h 3468958"/>
                <a:gd name="csX24" fmla="*/ 1166352 w 3117819"/>
                <a:gd name="csY24" fmla="*/ 1415226 h 3468958"/>
                <a:gd name="csX25" fmla="*/ 1167513 w 3117819"/>
                <a:gd name="csY25" fmla="*/ 1422832 h 3468958"/>
                <a:gd name="csX26" fmla="*/ 1642860 w 3117819"/>
                <a:gd name="csY26" fmla="*/ 2304500 h 3468958"/>
                <a:gd name="csX27" fmla="*/ 1743280 w 3117819"/>
                <a:gd name="csY27" fmla="*/ 2395767 h 3468958"/>
                <a:gd name="csX28" fmla="*/ 1721102 w 3117819"/>
                <a:gd name="csY28" fmla="*/ 2415924 h 3468958"/>
                <a:gd name="csX29" fmla="*/ 611819 w 3117819"/>
                <a:gd name="csY29" fmla="*/ 2814147 h 3468958"/>
                <a:gd name="csX30" fmla="*/ 433515 w 3117819"/>
                <a:gd name="csY30" fmla="*/ 2805143 h 3468958"/>
                <a:gd name="csX31" fmla="*/ 369031 w 3117819"/>
                <a:gd name="csY31" fmla="*/ 2795302 h 3468958"/>
                <a:gd name="csX32" fmla="*/ 297831 w 3117819"/>
                <a:gd name="csY32" fmla="*/ 2700088 h 3468958"/>
                <a:gd name="csX33" fmla="*/ 0 w 3117819"/>
                <a:gd name="csY33" fmla="*/ 1725056 h 3468958"/>
                <a:gd name="csX34" fmla="*/ 9004 w 3117819"/>
                <a:gd name="csY34" fmla="*/ 1546752 h 3468958"/>
                <a:gd name="csX35" fmla="*/ 30570 w 3117819"/>
                <a:gd name="csY35" fmla="*/ 1405448 h 3468958"/>
                <a:gd name="csX36" fmla="*/ 35430 w 3117819"/>
                <a:gd name="csY36" fmla="*/ 1373599 h 3468958"/>
                <a:gd name="csX37" fmla="*/ 510777 w 3117819"/>
                <a:gd name="csY37" fmla="*/ 491931 h 3468958"/>
                <a:gd name="csX38" fmla="*/ 593080 w 3117819"/>
                <a:gd name="csY38" fmla="*/ 417130 h 3468958"/>
                <a:gd name="csX39" fmla="*/ 634619 w 3117819"/>
                <a:gd name="csY39" fmla="*/ 379377 h 3468958"/>
                <a:gd name="csX40" fmla="*/ 1065097 w 3117819"/>
                <a:gd name="csY40" fmla="*/ 118199 h 3468958"/>
                <a:gd name="csX41" fmla="*/ 1501114 w 3117819"/>
                <a:gd name="csY41" fmla="*/ 0 h 3468958"/>
                <a:gd name="csX42" fmla="*/ 1429914 w 3117819"/>
                <a:gd name="csY42" fmla="*/ 95213 h 3468958"/>
                <a:gd name="csX43" fmla="*/ 1269128 w 3117819"/>
                <a:gd name="csY43" fmla="*/ 391440 h 3468958"/>
                <a:gd name="csX44" fmla="*/ 1259932 w 3117819"/>
                <a:gd name="csY44" fmla="*/ 416565 h 3468958"/>
                <a:gd name="csX45" fmla="*/ 1210485 w 3117819"/>
                <a:gd name="csY45" fmla="*/ 281467 h 3468958"/>
                <a:gd name="csX46" fmla="*/ 1167513 w 3117819"/>
                <a:gd name="csY46" fmla="*/ 114341 h 3468958"/>
                <a:gd name="csX47" fmla="*/ 1162652 w 3117819"/>
                <a:gd name="csY47" fmla="*/ 82493 h 3468958"/>
                <a:gd name="csX48" fmla="*/ 1225319 w 3117819"/>
                <a:gd name="csY48" fmla="*/ 59556 h 3468958"/>
                <a:gd name="csX49" fmla="*/ 1392445 w 3117819"/>
                <a:gd name="csY49" fmla="*/ 16584 h 3468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3117819" h="3468958">
                  <a:moveTo>
                    <a:pt x="1743902" y="2396332"/>
                  </a:moveTo>
                  <a:lnTo>
                    <a:pt x="1766702" y="2417054"/>
                  </a:lnTo>
                  <a:cubicBezTo>
                    <a:pt x="2068151" y="2665833"/>
                    <a:pt x="2454616" y="2815277"/>
                    <a:pt x="2875985" y="2815277"/>
                  </a:cubicBezTo>
                  <a:cubicBezTo>
                    <a:pt x="2936181" y="2815277"/>
                    <a:pt x="2995664" y="2812227"/>
                    <a:pt x="3054289" y="2806273"/>
                  </a:cubicBezTo>
                  <a:lnTo>
                    <a:pt x="3117819" y="2796578"/>
                  </a:lnTo>
                  <a:lnTo>
                    <a:pt x="3089581" y="2834339"/>
                  </a:lnTo>
                  <a:cubicBezTo>
                    <a:pt x="2769724" y="3221917"/>
                    <a:pt x="2285663" y="3468958"/>
                    <a:pt x="1743902" y="3468958"/>
                  </a:cubicBezTo>
                  <a:cubicBezTo>
                    <a:pt x="1202141" y="3468958"/>
                    <a:pt x="718080" y="3221917"/>
                    <a:pt x="398223" y="2834339"/>
                  </a:cubicBezTo>
                  <a:lnTo>
                    <a:pt x="369985" y="2796578"/>
                  </a:lnTo>
                  <a:lnTo>
                    <a:pt x="433515" y="2806273"/>
                  </a:lnTo>
                  <a:cubicBezTo>
                    <a:pt x="492140" y="2812227"/>
                    <a:pt x="551623" y="2815277"/>
                    <a:pt x="611819" y="2815277"/>
                  </a:cubicBezTo>
                  <a:cubicBezTo>
                    <a:pt x="1033188" y="2815277"/>
                    <a:pt x="1419653" y="2665833"/>
                    <a:pt x="1721102" y="2417054"/>
                  </a:cubicBezTo>
                  <a:close/>
                  <a:moveTo>
                    <a:pt x="1162489" y="82553"/>
                  </a:moveTo>
                  <a:lnTo>
                    <a:pt x="1167513" y="115471"/>
                  </a:lnTo>
                  <a:cubicBezTo>
                    <a:pt x="1179128" y="172233"/>
                    <a:pt x="1193501" y="227990"/>
                    <a:pt x="1210485" y="282597"/>
                  </a:cubicBezTo>
                  <a:lnTo>
                    <a:pt x="1259725" y="417130"/>
                  </a:lnTo>
                  <a:lnTo>
                    <a:pt x="1210485" y="551662"/>
                  </a:lnTo>
                  <a:cubicBezTo>
                    <a:pt x="1193501" y="606269"/>
                    <a:pt x="1179128" y="662026"/>
                    <a:pt x="1167513" y="718788"/>
                  </a:cubicBezTo>
                  <a:lnTo>
                    <a:pt x="1162489" y="751707"/>
                  </a:lnTo>
                  <a:lnTo>
                    <a:pt x="1141087" y="891941"/>
                  </a:lnTo>
                  <a:cubicBezTo>
                    <a:pt x="1135133" y="950566"/>
                    <a:pt x="1132083" y="1010050"/>
                    <a:pt x="1132083" y="1070245"/>
                  </a:cubicBezTo>
                  <a:lnTo>
                    <a:pt x="1132112" y="1070810"/>
                  </a:lnTo>
                  <a:lnTo>
                    <a:pt x="1132083" y="1071375"/>
                  </a:lnTo>
                  <a:cubicBezTo>
                    <a:pt x="1132083" y="1131571"/>
                    <a:pt x="1135133" y="1191054"/>
                    <a:pt x="1141087" y="1249679"/>
                  </a:cubicBezTo>
                  <a:lnTo>
                    <a:pt x="1166352" y="1415226"/>
                  </a:lnTo>
                  <a:lnTo>
                    <a:pt x="1167513" y="1422832"/>
                  </a:lnTo>
                  <a:cubicBezTo>
                    <a:pt x="1237204" y="1763404"/>
                    <a:pt x="1406172" y="2067812"/>
                    <a:pt x="1642860" y="2304500"/>
                  </a:cubicBezTo>
                  <a:lnTo>
                    <a:pt x="1743280" y="2395767"/>
                  </a:lnTo>
                  <a:lnTo>
                    <a:pt x="1721102" y="2415924"/>
                  </a:lnTo>
                  <a:cubicBezTo>
                    <a:pt x="1419653" y="2664703"/>
                    <a:pt x="1033188" y="2814147"/>
                    <a:pt x="611819" y="2814147"/>
                  </a:cubicBezTo>
                  <a:cubicBezTo>
                    <a:pt x="551623" y="2814147"/>
                    <a:pt x="492140" y="2811097"/>
                    <a:pt x="433515" y="2805143"/>
                  </a:cubicBezTo>
                  <a:lnTo>
                    <a:pt x="369031" y="2795302"/>
                  </a:lnTo>
                  <a:lnTo>
                    <a:pt x="297831" y="2700088"/>
                  </a:lnTo>
                  <a:cubicBezTo>
                    <a:pt x="109796" y="2421760"/>
                    <a:pt x="0" y="2086230"/>
                    <a:pt x="0" y="1725056"/>
                  </a:cubicBezTo>
                  <a:cubicBezTo>
                    <a:pt x="0" y="1664861"/>
                    <a:pt x="3050" y="1605377"/>
                    <a:pt x="9004" y="1546752"/>
                  </a:cubicBezTo>
                  <a:lnTo>
                    <a:pt x="30570" y="1405448"/>
                  </a:lnTo>
                  <a:lnTo>
                    <a:pt x="35430" y="1373599"/>
                  </a:lnTo>
                  <a:cubicBezTo>
                    <a:pt x="105121" y="1033028"/>
                    <a:pt x="274089" y="728620"/>
                    <a:pt x="510777" y="491931"/>
                  </a:cubicBezTo>
                  <a:lnTo>
                    <a:pt x="593080" y="417130"/>
                  </a:lnTo>
                  <a:lnTo>
                    <a:pt x="634619" y="379377"/>
                  </a:lnTo>
                  <a:cubicBezTo>
                    <a:pt x="763811" y="272758"/>
                    <a:pt x="908619" y="184383"/>
                    <a:pt x="1065097" y="118199"/>
                  </a:cubicBezTo>
                  <a:close/>
                  <a:moveTo>
                    <a:pt x="1501114" y="0"/>
                  </a:moveTo>
                  <a:lnTo>
                    <a:pt x="1429914" y="95213"/>
                  </a:lnTo>
                  <a:cubicBezTo>
                    <a:pt x="1367236" y="187989"/>
                    <a:pt x="1313251" y="287121"/>
                    <a:pt x="1269128" y="391440"/>
                  </a:cubicBezTo>
                  <a:lnTo>
                    <a:pt x="1259932" y="416565"/>
                  </a:lnTo>
                  <a:lnTo>
                    <a:pt x="1210485" y="281467"/>
                  </a:lnTo>
                  <a:cubicBezTo>
                    <a:pt x="1193501" y="226860"/>
                    <a:pt x="1179128" y="171103"/>
                    <a:pt x="1167513" y="114341"/>
                  </a:cubicBezTo>
                  <a:lnTo>
                    <a:pt x="1162652" y="82493"/>
                  </a:lnTo>
                  <a:lnTo>
                    <a:pt x="1225319" y="59556"/>
                  </a:lnTo>
                  <a:cubicBezTo>
                    <a:pt x="1279926" y="42572"/>
                    <a:pt x="1335683" y="28199"/>
                    <a:pt x="1392445" y="16584"/>
                  </a:cubicBezTo>
                  <a:close/>
                </a:path>
              </a:pathLst>
            </a:cu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20D6AC8-C732-F3C2-23AF-1034379CD2D3}"/>
                </a:ext>
              </a:extLst>
            </p:cNvPr>
            <p:cNvSpPr/>
            <p:nvPr/>
          </p:nvSpPr>
          <p:spPr>
            <a:xfrm>
              <a:off x="7176093" y="4565583"/>
              <a:ext cx="3117790" cy="3467829"/>
            </a:xfrm>
            <a:custGeom>
              <a:avLst/>
              <a:gdLst>
                <a:gd name="csX0" fmla="*/ 2875956 w 3117790"/>
                <a:gd name="csY0" fmla="*/ 418945 h 3467829"/>
                <a:gd name="csX1" fmla="*/ 2976998 w 3117790"/>
                <a:gd name="csY1" fmla="*/ 510777 h 3467829"/>
                <a:gd name="csX2" fmla="*/ 3089552 w 3117790"/>
                <a:gd name="csY2" fmla="*/ 634619 h 3467829"/>
                <a:gd name="csX3" fmla="*/ 3117790 w 3117790"/>
                <a:gd name="csY3" fmla="*/ 672381 h 3467829"/>
                <a:gd name="csX4" fmla="*/ 3054260 w 3117790"/>
                <a:gd name="csY4" fmla="*/ 662685 h 3467829"/>
                <a:gd name="csX5" fmla="*/ 2875956 w 3117790"/>
                <a:gd name="csY5" fmla="*/ 653681 h 3467829"/>
                <a:gd name="csX6" fmla="*/ 2697652 w 3117790"/>
                <a:gd name="csY6" fmla="*/ 662685 h 3467829"/>
                <a:gd name="csX7" fmla="*/ 2634122 w 3117790"/>
                <a:gd name="csY7" fmla="*/ 672381 h 3467829"/>
                <a:gd name="csX8" fmla="*/ 2662360 w 3117790"/>
                <a:gd name="csY8" fmla="*/ 634619 h 3467829"/>
                <a:gd name="csX9" fmla="*/ 2774914 w 3117790"/>
                <a:gd name="csY9" fmla="*/ 510777 h 3467829"/>
                <a:gd name="csX10" fmla="*/ 2298570 w 3117790"/>
                <a:gd name="csY10" fmla="*/ 91620 h 3467829"/>
                <a:gd name="csX11" fmla="*/ 2422678 w 3117790"/>
                <a:gd name="csY11" fmla="*/ 137045 h 3467829"/>
                <a:gd name="csX12" fmla="*/ 2853156 w 3117790"/>
                <a:gd name="csY12" fmla="*/ 398223 h 3467829"/>
                <a:gd name="csX13" fmla="*/ 2875334 w 3117790"/>
                <a:gd name="csY13" fmla="*/ 418380 h 3467829"/>
                <a:gd name="csX14" fmla="*/ 2774914 w 3117790"/>
                <a:gd name="csY14" fmla="*/ 509647 h 3467829"/>
                <a:gd name="csX15" fmla="*/ 2662360 w 3117790"/>
                <a:gd name="csY15" fmla="*/ 633489 h 3467829"/>
                <a:gd name="csX16" fmla="*/ 2633168 w 3117790"/>
                <a:gd name="csY16" fmla="*/ 672527 h 3467829"/>
                <a:gd name="csX17" fmla="*/ 2524499 w 3117790"/>
                <a:gd name="csY17" fmla="*/ 689111 h 3467829"/>
                <a:gd name="csX18" fmla="*/ 2357373 w 3117790"/>
                <a:gd name="csY18" fmla="*/ 732083 h 3467829"/>
                <a:gd name="csX19" fmla="*/ 2294706 w 3117790"/>
                <a:gd name="csY19" fmla="*/ 755020 h 3467829"/>
                <a:gd name="csX20" fmla="*/ 2273141 w 3117790"/>
                <a:gd name="csY20" fmla="*/ 613715 h 3467829"/>
                <a:gd name="csX21" fmla="*/ 2264166 w 3117790"/>
                <a:gd name="csY21" fmla="*/ 435976 h 3467829"/>
                <a:gd name="csX22" fmla="*/ 2273141 w 3117790"/>
                <a:gd name="csY22" fmla="*/ 258237 h 3467829"/>
                <a:gd name="csX23" fmla="*/ 1743873 w 3117790"/>
                <a:gd name="csY23" fmla="*/ 0 h 3467829"/>
                <a:gd name="csX24" fmla="*/ 2262456 w 3117790"/>
                <a:gd name="csY24" fmla="*/ 78402 h 3467829"/>
                <a:gd name="csX25" fmla="*/ 2298406 w 3117790"/>
                <a:gd name="csY25" fmla="*/ 91560 h 3467829"/>
                <a:gd name="csX26" fmla="*/ 2273141 w 3117790"/>
                <a:gd name="csY26" fmla="*/ 257107 h 3467829"/>
                <a:gd name="csX27" fmla="*/ 2264137 w 3117790"/>
                <a:gd name="csY27" fmla="*/ 435411 h 3467829"/>
                <a:gd name="csX28" fmla="*/ 2264166 w 3117790"/>
                <a:gd name="csY28" fmla="*/ 435976 h 3467829"/>
                <a:gd name="csX29" fmla="*/ 2264137 w 3117790"/>
                <a:gd name="csY29" fmla="*/ 436541 h 3467829"/>
                <a:gd name="csX30" fmla="*/ 2273141 w 3117790"/>
                <a:gd name="csY30" fmla="*/ 614845 h 3467829"/>
                <a:gd name="csX31" fmla="*/ 2294543 w 3117790"/>
                <a:gd name="csY31" fmla="*/ 755080 h 3467829"/>
                <a:gd name="csX32" fmla="*/ 2197151 w 3117790"/>
                <a:gd name="csY32" fmla="*/ 790726 h 3467829"/>
                <a:gd name="csX33" fmla="*/ 1766673 w 3117790"/>
                <a:gd name="csY33" fmla="*/ 1051904 h 3467829"/>
                <a:gd name="csX34" fmla="*/ 1725134 w 3117790"/>
                <a:gd name="csY34" fmla="*/ 1089657 h 3467829"/>
                <a:gd name="csX35" fmla="*/ 1642831 w 3117790"/>
                <a:gd name="csY35" fmla="*/ 1164458 h 3467829"/>
                <a:gd name="csX36" fmla="*/ 1167484 w 3117790"/>
                <a:gd name="csY36" fmla="*/ 2046126 h 3467829"/>
                <a:gd name="csX37" fmla="*/ 1162624 w 3117790"/>
                <a:gd name="csY37" fmla="*/ 2077975 h 3467829"/>
                <a:gd name="csX38" fmla="*/ 1141058 w 3117790"/>
                <a:gd name="csY38" fmla="*/ 2219279 h 3467829"/>
                <a:gd name="csX39" fmla="*/ 1132054 w 3117790"/>
                <a:gd name="csY39" fmla="*/ 2397583 h 3467829"/>
                <a:gd name="csX40" fmla="*/ 1429885 w 3117790"/>
                <a:gd name="csY40" fmla="*/ 3372615 h 3467829"/>
                <a:gd name="csX41" fmla="*/ 1501085 w 3117790"/>
                <a:gd name="csY41" fmla="*/ 3467829 h 3467829"/>
                <a:gd name="csX42" fmla="*/ 1392416 w 3117790"/>
                <a:gd name="csY42" fmla="*/ 3451244 h 3467829"/>
                <a:gd name="csX43" fmla="*/ 8975 w 3117790"/>
                <a:gd name="csY43" fmla="*/ 1921076 h 3467829"/>
                <a:gd name="csX44" fmla="*/ 0 w 3117790"/>
                <a:gd name="csY44" fmla="*/ 1743337 h 3467829"/>
                <a:gd name="csX45" fmla="*/ 8975 w 3117790"/>
                <a:gd name="csY45" fmla="*/ 1565598 h 3467829"/>
                <a:gd name="csX46" fmla="*/ 78373 w 3117790"/>
                <a:gd name="csY46" fmla="*/ 1225319 h 3467829"/>
                <a:gd name="csX47" fmla="*/ 128027 w 3117790"/>
                <a:gd name="csY47" fmla="*/ 1089657 h 3467829"/>
                <a:gd name="csX48" fmla="*/ 137016 w 3117790"/>
                <a:gd name="csY48" fmla="*/ 1065097 h 3467829"/>
                <a:gd name="csX49" fmla="*/ 1065068 w 3117790"/>
                <a:gd name="csY49" fmla="*/ 137045 h 3467829"/>
                <a:gd name="csX50" fmla="*/ 1162624 w 3117790"/>
                <a:gd name="csY50" fmla="*/ 101339 h 3467829"/>
                <a:gd name="csX51" fmla="*/ 1225290 w 3117790"/>
                <a:gd name="csY51" fmla="*/ 78402 h 3467829"/>
                <a:gd name="csX52" fmla="*/ 1743873 w 3117790"/>
                <a:gd name="csY52" fmla="*/ 0 h 34678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</a:cxnLst>
              <a:rect l="l" t="t" r="r" b="b"/>
              <a:pathLst>
                <a:path w="3117790" h="3467829">
                  <a:moveTo>
                    <a:pt x="2875956" y="418945"/>
                  </a:moveTo>
                  <a:lnTo>
                    <a:pt x="2976998" y="510777"/>
                  </a:lnTo>
                  <a:cubicBezTo>
                    <a:pt x="3016446" y="550226"/>
                    <a:pt x="3054013" y="591555"/>
                    <a:pt x="3089552" y="634619"/>
                  </a:cubicBezTo>
                  <a:lnTo>
                    <a:pt x="3117790" y="672381"/>
                  </a:lnTo>
                  <a:lnTo>
                    <a:pt x="3054260" y="662685"/>
                  </a:lnTo>
                  <a:cubicBezTo>
                    <a:pt x="2995635" y="656731"/>
                    <a:pt x="2936152" y="653681"/>
                    <a:pt x="2875956" y="653681"/>
                  </a:cubicBezTo>
                  <a:cubicBezTo>
                    <a:pt x="2815760" y="653681"/>
                    <a:pt x="2756277" y="656731"/>
                    <a:pt x="2697652" y="662685"/>
                  </a:cubicBezTo>
                  <a:lnTo>
                    <a:pt x="2634122" y="672381"/>
                  </a:lnTo>
                  <a:lnTo>
                    <a:pt x="2662360" y="634619"/>
                  </a:lnTo>
                  <a:cubicBezTo>
                    <a:pt x="2697899" y="591555"/>
                    <a:pt x="2735466" y="550226"/>
                    <a:pt x="2774914" y="510777"/>
                  </a:cubicBezTo>
                  <a:close/>
                  <a:moveTo>
                    <a:pt x="2298570" y="91620"/>
                  </a:moveTo>
                  <a:lnTo>
                    <a:pt x="2422678" y="137045"/>
                  </a:lnTo>
                  <a:cubicBezTo>
                    <a:pt x="2579156" y="203229"/>
                    <a:pt x="2723964" y="291604"/>
                    <a:pt x="2853156" y="398223"/>
                  </a:cubicBezTo>
                  <a:lnTo>
                    <a:pt x="2875334" y="418380"/>
                  </a:lnTo>
                  <a:lnTo>
                    <a:pt x="2774914" y="509647"/>
                  </a:lnTo>
                  <a:cubicBezTo>
                    <a:pt x="2735466" y="549096"/>
                    <a:pt x="2697899" y="590425"/>
                    <a:pt x="2662360" y="633489"/>
                  </a:cubicBezTo>
                  <a:lnTo>
                    <a:pt x="2633168" y="672527"/>
                  </a:lnTo>
                  <a:lnTo>
                    <a:pt x="2524499" y="689111"/>
                  </a:lnTo>
                  <a:cubicBezTo>
                    <a:pt x="2467737" y="700726"/>
                    <a:pt x="2411980" y="715099"/>
                    <a:pt x="2357373" y="732083"/>
                  </a:cubicBezTo>
                  <a:lnTo>
                    <a:pt x="2294706" y="755020"/>
                  </a:lnTo>
                  <a:lnTo>
                    <a:pt x="2273141" y="613715"/>
                  </a:lnTo>
                  <a:lnTo>
                    <a:pt x="2264166" y="435976"/>
                  </a:lnTo>
                  <a:lnTo>
                    <a:pt x="2273141" y="258237"/>
                  </a:lnTo>
                  <a:close/>
                  <a:moveTo>
                    <a:pt x="1743873" y="0"/>
                  </a:moveTo>
                  <a:cubicBezTo>
                    <a:pt x="1924460" y="0"/>
                    <a:pt x="2098636" y="27449"/>
                    <a:pt x="2262456" y="78402"/>
                  </a:cubicBezTo>
                  <a:lnTo>
                    <a:pt x="2298406" y="91560"/>
                  </a:lnTo>
                  <a:lnTo>
                    <a:pt x="2273141" y="257107"/>
                  </a:lnTo>
                  <a:cubicBezTo>
                    <a:pt x="2267187" y="315732"/>
                    <a:pt x="2264137" y="375216"/>
                    <a:pt x="2264137" y="435411"/>
                  </a:cubicBezTo>
                  <a:lnTo>
                    <a:pt x="2264166" y="435976"/>
                  </a:lnTo>
                  <a:lnTo>
                    <a:pt x="2264137" y="436541"/>
                  </a:lnTo>
                  <a:cubicBezTo>
                    <a:pt x="2264137" y="496737"/>
                    <a:pt x="2267187" y="556220"/>
                    <a:pt x="2273141" y="614845"/>
                  </a:cubicBezTo>
                  <a:lnTo>
                    <a:pt x="2294543" y="755080"/>
                  </a:lnTo>
                  <a:lnTo>
                    <a:pt x="2197151" y="790726"/>
                  </a:lnTo>
                  <a:cubicBezTo>
                    <a:pt x="2040673" y="856910"/>
                    <a:pt x="1895865" y="945285"/>
                    <a:pt x="1766673" y="1051904"/>
                  </a:cubicBezTo>
                  <a:lnTo>
                    <a:pt x="1725134" y="1089657"/>
                  </a:lnTo>
                  <a:lnTo>
                    <a:pt x="1642831" y="1164458"/>
                  </a:lnTo>
                  <a:cubicBezTo>
                    <a:pt x="1406143" y="1401147"/>
                    <a:pt x="1237175" y="1705555"/>
                    <a:pt x="1167484" y="2046126"/>
                  </a:cubicBezTo>
                  <a:lnTo>
                    <a:pt x="1162624" y="2077975"/>
                  </a:lnTo>
                  <a:lnTo>
                    <a:pt x="1141058" y="2219279"/>
                  </a:lnTo>
                  <a:cubicBezTo>
                    <a:pt x="1135104" y="2277904"/>
                    <a:pt x="1132054" y="2337388"/>
                    <a:pt x="1132054" y="2397583"/>
                  </a:cubicBezTo>
                  <a:cubicBezTo>
                    <a:pt x="1132054" y="2758757"/>
                    <a:pt x="1241850" y="3094287"/>
                    <a:pt x="1429885" y="3372615"/>
                  </a:cubicBezTo>
                  <a:lnTo>
                    <a:pt x="1501085" y="3467829"/>
                  </a:lnTo>
                  <a:lnTo>
                    <a:pt x="1392416" y="3451244"/>
                  </a:lnTo>
                  <a:cubicBezTo>
                    <a:pt x="654512" y="3300247"/>
                    <a:pt x="86373" y="2683199"/>
                    <a:pt x="8975" y="1921076"/>
                  </a:cubicBezTo>
                  <a:lnTo>
                    <a:pt x="0" y="1743337"/>
                  </a:lnTo>
                  <a:lnTo>
                    <a:pt x="8975" y="1565598"/>
                  </a:lnTo>
                  <a:cubicBezTo>
                    <a:pt x="20882" y="1448349"/>
                    <a:pt x="44405" y="1334533"/>
                    <a:pt x="78373" y="1225319"/>
                  </a:cubicBezTo>
                  <a:lnTo>
                    <a:pt x="128027" y="1089657"/>
                  </a:lnTo>
                  <a:lnTo>
                    <a:pt x="137016" y="1065097"/>
                  </a:lnTo>
                  <a:cubicBezTo>
                    <a:pt x="313508" y="647822"/>
                    <a:pt x="647793" y="313537"/>
                    <a:pt x="1065068" y="137045"/>
                  </a:cubicBezTo>
                  <a:lnTo>
                    <a:pt x="1162624" y="101339"/>
                  </a:lnTo>
                  <a:lnTo>
                    <a:pt x="1225290" y="78402"/>
                  </a:lnTo>
                  <a:cubicBezTo>
                    <a:pt x="1389110" y="27449"/>
                    <a:pt x="1563286" y="0"/>
                    <a:pt x="1743873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BF6A4504-7510-C0F6-D22C-E04108AD1BFE}"/>
                </a:ext>
              </a:extLst>
            </p:cNvPr>
            <p:cNvSpPr/>
            <p:nvPr/>
          </p:nvSpPr>
          <p:spPr>
            <a:xfrm>
              <a:off x="7193219" y="3275791"/>
              <a:ext cx="3487804" cy="2397584"/>
            </a:xfrm>
            <a:custGeom>
              <a:avLst/>
              <a:gdLst>
                <a:gd name="csX0" fmla="*/ 3453535 w 3487804"/>
                <a:gd name="csY0" fmla="*/ 1400052 h 2397584"/>
                <a:gd name="csX1" fmla="*/ 3478800 w 3487804"/>
                <a:gd name="csY1" fmla="*/ 1565599 h 2397584"/>
                <a:gd name="csX2" fmla="*/ 3487804 w 3487804"/>
                <a:gd name="csY2" fmla="*/ 1743903 h 2397584"/>
                <a:gd name="csX3" fmla="*/ 3478800 w 3487804"/>
                <a:gd name="csY3" fmla="*/ 1922207 h 2397584"/>
                <a:gd name="csX4" fmla="*/ 3457235 w 3487804"/>
                <a:gd name="csY4" fmla="*/ 2063512 h 2397584"/>
                <a:gd name="csX5" fmla="*/ 3452374 w 3487804"/>
                <a:gd name="csY5" fmla="*/ 2095360 h 2397584"/>
                <a:gd name="csX6" fmla="*/ 3409402 w 3487804"/>
                <a:gd name="csY6" fmla="*/ 2262486 h 2397584"/>
                <a:gd name="csX7" fmla="*/ 3359955 w 3487804"/>
                <a:gd name="csY7" fmla="*/ 2397584 h 2397584"/>
                <a:gd name="csX8" fmla="*/ 3350759 w 3487804"/>
                <a:gd name="csY8" fmla="*/ 2372459 h 2397584"/>
                <a:gd name="csX9" fmla="*/ 3189973 w 3487804"/>
                <a:gd name="csY9" fmla="*/ 2076232 h 2397584"/>
                <a:gd name="csX10" fmla="*/ 3118773 w 3487804"/>
                <a:gd name="csY10" fmla="*/ 1981019 h 2397584"/>
                <a:gd name="csX11" fmla="*/ 3089581 w 3487804"/>
                <a:gd name="csY11" fmla="*/ 1941981 h 2397584"/>
                <a:gd name="csX12" fmla="*/ 2977027 w 3487804"/>
                <a:gd name="csY12" fmla="*/ 1818139 h 2397584"/>
                <a:gd name="csX13" fmla="*/ 2876607 w 3487804"/>
                <a:gd name="csY13" fmla="*/ 1726872 h 2397584"/>
                <a:gd name="csX14" fmla="*/ 2898785 w 3487804"/>
                <a:gd name="csY14" fmla="*/ 1706715 h 2397584"/>
                <a:gd name="csX15" fmla="*/ 3329263 w 3487804"/>
                <a:gd name="csY15" fmla="*/ 1445537 h 2397584"/>
                <a:gd name="csX16" fmla="*/ 2876607 w 3487804"/>
                <a:gd name="csY16" fmla="*/ 419511 h 2397584"/>
                <a:gd name="csX17" fmla="*/ 2977027 w 3487804"/>
                <a:gd name="csY17" fmla="*/ 510778 h 2397584"/>
                <a:gd name="csX18" fmla="*/ 3452374 w 3487804"/>
                <a:gd name="csY18" fmla="*/ 1392446 h 2397584"/>
                <a:gd name="csX19" fmla="*/ 3453371 w 3487804"/>
                <a:gd name="csY19" fmla="*/ 1398982 h 2397584"/>
                <a:gd name="csX20" fmla="*/ 3329263 w 3487804"/>
                <a:gd name="csY20" fmla="*/ 1444407 h 2397584"/>
                <a:gd name="csX21" fmla="*/ 2898785 w 3487804"/>
                <a:gd name="csY21" fmla="*/ 1705585 h 2397584"/>
                <a:gd name="csX22" fmla="*/ 2875985 w 3487804"/>
                <a:gd name="csY22" fmla="*/ 1726307 h 2397584"/>
                <a:gd name="csX23" fmla="*/ 2853185 w 3487804"/>
                <a:gd name="csY23" fmla="*/ 1705585 h 2397584"/>
                <a:gd name="csX24" fmla="*/ 2422707 w 3487804"/>
                <a:gd name="csY24" fmla="*/ 1444407 h 2397584"/>
                <a:gd name="csX25" fmla="*/ 2298762 w 3487804"/>
                <a:gd name="csY25" fmla="*/ 1399042 h 2397584"/>
                <a:gd name="csX26" fmla="*/ 2299596 w 3487804"/>
                <a:gd name="csY26" fmla="*/ 1393576 h 2397584"/>
                <a:gd name="csX27" fmla="*/ 2774943 w 3487804"/>
                <a:gd name="csY27" fmla="*/ 511908 h 2397584"/>
                <a:gd name="csX28" fmla="*/ 1743902 w 3487804"/>
                <a:gd name="csY28" fmla="*/ 0 h 2397584"/>
                <a:gd name="csX29" fmla="*/ 2853185 w 3487804"/>
                <a:gd name="csY29" fmla="*/ 398223 h 2397584"/>
                <a:gd name="csX30" fmla="*/ 2875985 w 3487804"/>
                <a:gd name="csY30" fmla="*/ 418945 h 2397584"/>
                <a:gd name="csX31" fmla="*/ 2774943 w 3487804"/>
                <a:gd name="csY31" fmla="*/ 510777 h 2397584"/>
                <a:gd name="csX32" fmla="*/ 2299596 w 3487804"/>
                <a:gd name="csY32" fmla="*/ 1392445 h 2397584"/>
                <a:gd name="csX33" fmla="*/ 2298599 w 3487804"/>
                <a:gd name="csY33" fmla="*/ 1398981 h 2397584"/>
                <a:gd name="csX34" fmla="*/ 2262485 w 3487804"/>
                <a:gd name="csY34" fmla="*/ 1385763 h 2397584"/>
                <a:gd name="csX35" fmla="*/ 1743902 w 3487804"/>
                <a:gd name="csY35" fmla="*/ 1307361 h 2397584"/>
                <a:gd name="csX36" fmla="*/ 1225319 w 3487804"/>
                <a:gd name="csY36" fmla="*/ 1385763 h 2397584"/>
                <a:gd name="csX37" fmla="*/ 1162489 w 3487804"/>
                <a:gd name="csY37" fmla="*/ 1408760 h 2397584"/>
                <a:gd name="csX38" fmla="*/ 1141087 w 3487804"/>
                <a:gd name="csY38" fmla="*/ 1268525 h 2397584"/>
                <a:gd name="csX39" fmla="*/ 1132083 w 3487804"/>
                <a:gd name="csY39" fmla="*/ 1090221 h 2397584"/>
                <a:gd name="csX40" fmla="*/ 1132083 w 3487804"/>
                <a:gd name="csY40" fmla="*/ 1090222 h 2397584"/>
                <a:gd name="csX41" fmla="*/ 1141087 w 3487804"/>
                <a:gd name="csY41" fmla="*/ 1268526 h 2397584"/>
                <a:gd name="csX42" fmla="*/ 1162489 w 3487804"/>
                <a:gd name="csY42" fmla="*/ 1408761 h 2397584"/>
                <a:gd name="csX43" fmla="*/ 1065097 w 3487804"/>
                <a:gd name="csY43" fmla="*/ 1444407 h 2397584"/>
                <a:gd name="csX44" fmla="*/ 137045 w 3487804"/>
                <a:gd name="csY44" fmla="*/ 2372459 h 2397584"/>
                <a:gd name="csX45" fmla="*/ 127849 w 3487804"/>
                <a:gd name="csY45" fmla="*/ 2397584 h 2397584"/>
                <a:gd name="csX46" fmla="*/ 78402 w 3487804"/>
                <a:gd name="csY46" fmla="*/ 2262486 h 2397584"/>
                <a:gd name="csX47" fmla="*/ 0 w 3487804"/>
                <a:gd name="csY47" fmla="*/ 1743903 h 2397584"/>
                <a:gd name="csX48" fmla="*/ 1392445 w 3487804"/>
                <a:gd name="csY48" fmla="*/ 35431 h 2397584"/>
                <a:gd name="csX49" fmla="*/ 1502067 w 3487804"/>
                <a:gd name="csY49" fmla="*/ 18701 h 2397584"/>
                <a:gd name="csX50" fmla="*/ 1502068 w 3487804"/>
                <a:gd name="csY50" fmla="*/ 18700 h 2397584"/>
                <a:gd name="csX51" fmla="*/ 1565598 w 3487804"/>
                <a:gd name="csY51" fmla="*/ 9004 h 2397584"/>
                <a:gd name="csX52" fmla="*/ 1743902 w 3487804"/>
                <a:gd name="csY52" fmla="*/ 0 h 2397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</a:cxnLst>
              <a:rect l="l" t="t" r="r" b="b"/>
              <a:pathLst>
                <a:path w="3487804" h="2397584">
                  <a:moveTo>
                    <a:pt x="3453535" y="1400052"/>
                  </a:moveTo>
                  <a:lnTo>
                    <a:pt x="3478800" y="1565599"/>
                  </a:lnTo>
                  <a:cubicBezTo>
                    <a:pt x="3484754" y="1624224"/>
                    <a:pt x="3487804" y="1683708"/>
                    <a:pt x="3487804" y="1743903"/>
                  </a:cubicBezTo>
                  <a:cubicBezTo>
                    <a:pt x="3487804" y="1804099"/>
                    <a:pt x="3484754" y="1863582"/>
                    <a:pt x="3478800" y="1922207"/>
                  </a:cubicBezTo>
                  <a:lnTo>
                    <a:pt x="3457235" y="2063512"/>
                  </a:lnTo>
                  <a:lnTo>
                    <a:pt x="3452374" y="2095360"/>
                  </a:lnTo>
                  <a:cubicBezTo>
                    <a:pt x="3440759" y="2152122"/>
                    <a:pt x="3426386" y="2207879"/>
                    <a:pt x="3409402" y="2262486"/>
                  </a:cubicBezTo>
                  <a:lnTo>
                    <a:pt x="3359955" y="2397584"/>
                  </a:lnTo>
                  <a:lnTo>
                    <a:pt x="3350759" y="2372459"/>
                  </a:lnTo>
                  <a:cubicBezTo>
                    <a:pt x="3306636" y="2268140"/>
                    <a:pt x="3252651" y="2169008"/>
                    <a:pt x="3189973" y="2076232"/>
                  </a:cubicBezTo>
                  <a:lnTo>
                    <a:pt x="3118773" y="1981019"/>
                  </a:lnTo>
                  <a:lnTo>
                    <a:pt x="3089581" y="1941981"/>
                  </a:lnTo>
                  <a:cubicBezTo>
                    <a:pt x="3054042" y="1898917"/>
                    <a:pt x="3016475" y="1857588"/>
                    <a:pt x="2977027" y="1818139"/>
                  </a:cubicBezTo>
                  <a:lnTo>
                    <a:pt x="2876607" y="1726872"/>
                  </a:lnTo>
                  <a:lnTo>
                    <a:pt x="2898785" y="1706715"/>
                  </a:lnTo>
                  <a:cubicBezTo>
                    <a:pt x="3027977" y="1600096"/>
                    <a:pt x="3172785" y="1511721"/>
                    <a:pt x="3329263" y="1445537"/>
                  </a:cubicBezTo>
                  <a:close/>
                  <a:moveTo>
                    <a:pt x="2876607" y="419511"/>
                  </a:moveTo>
                  <a:lnTo>
                    <a:pt x="2977027" y="510778"/>
                  </a:lnTo>
                  <a:cubicBezTo>
                    <a:pt x="3213715" y="747466"/>
                    <a:pt x="3382683" y="1051874"/>
                    <a:pt x="3452374" y="1392446"/>
                  </a:cubicBezTo>
                  <a:lnTo>
                    <a:pt x="3453371" y="1398982"/>
                  </a:lnTo>
                  <a:lnTo>
                    <a:pt x="3329263" y="1444407"/>
                  </a:lnTo>
                  <a:cubicBezTo>
                    <a:pt x="3172785" y="1510591"/>
                    <a:pt x="3027977" y="1598966"/>
                    <a:pt x="2898785" y="1705585"/>
                  </a:cubicBezTo>
                  <a:lnTo>
                    <a:pt x="2875985" y="1726307"/>
                  </a:lnTo>
                  <a:lnTo>
                    <a:pt x="2853185" y="1705585"/>
                  </a:lnTo>
                  <a:cubicBezTo>
                    <a:pt x="2723993" y="1598966"/>
                    <a:pt x="2579185" y="1510591"/>
                    <a:pt x="2422707" y="1444407"/>
                  </a:cubicBezTo>
                  <a:lnTo>
                    <a:pt x="2298762" y="1399042"/>
                  </a:lnTo>
                  <a:lnTo>
                    <a:pt x="2299596" y="1393576"/>
                  </a:lnTo>
                  <a:cubicBezTo>
                    <a:pt x="2369287" y="1053004"/>
                    <a:pt x="2538255" y="748596"/>
                    <a:pt x="2774943" y="511908"/>
                  </a:cubicBezTo>
                  <a:close/>
                  <a:moveTo>
                    <a:pt x="1743902" y="0"/>
                  </a:moveTo>
                  <a:cubicBezTo>
                    <a:pt x="2165271" y="0"/>
                    <a:pt x="2551736" y="149445"/>
                    <a:pt x="2853185" y="398223"/>
                  </a:cubicBezTo>
                  <a:lnTo>
                    <a:pt x="2875985" y="418945"/>
                  </a:lnTo>
                  <a:lnTo>
                    <a:pt x="2774943" y="510777"/>
                  </a:lnTo>
                  <a:cubicBezTo>
                    <a:pt x="2538255" y="747465"/>
                    <a:pt x="2369287" y="1051873"/>
                    <a:pt x="2299596" y="1392445"/>
                  </a:cubicBezTo>
                  <a:lnTo>
                    <a:pt x="2298599" y="1398981"/>
                  </a:lnTo>
                  <a:lnTo>
                    <a:pt x="2262485" y="1385763"/>
                  </a:lnTo>
                  <a:cubicBezTo>
                    <a:pt x="2098665" y="1334810"/>
                    <a:pt x="1924489" y="1307361"/>
                    <a:pt x="1743902" y="1307361"/>
                  </a:cubicBezTo>
                  <a:cubicBezTo>
                    <a:pt x="1563315" y="1307361"/>
                    <a:pt x="1389139" y="1334810"/>
                    <a:pt x="1225319" y="1385763"/>
                  </a:cubicBezTo>
                  <a:lnTo>
                    <a:pt x="1162489" y="1408760"/>
                  </a:lnTo>
                  <a:lnTo>
                    <a:pt x="1141087" y="1268525"/>
                  </a:lnTo>
                  <a:lnTo>
                    <a:pt x="1132083" y="1090221"/>
                  </a:lnTo>
                  <a:lnTo>
                    <a:pt x="1132083" y="1090222"/>
                  </a:lnTo>
                  <a:cubicBezTo>
                    <a:pt x="1132083" y="1150417"/>
                    <a:pt x="1135133" y="1209901"/>
                    <a:pt x="1141087" y="1268526"/>
                  </a:cubicBezTo>
                  <a:lnTo>
                    <a:pt x="1162489" y="1408761"/>
                  </a:lnTo>
                  <a:lnTo>
                    <a:pt x="1065097" y="1444407"/>
                  </a:lnTo>
                  <a:cubicBezTo>
                    <a:pt x="647822" y="1620899"/>
                    <a:pt x="313537" y="1955184"/>
                    <a:pt x="137045" y="2372459"/>
                  </a:cubicBezTo>
                  <a:lnTo>
                    <a:pt x="127849" y="2397584"/>
                  </a:lnTo>
                  <a:lnTo>
                    <a:pt x="78402" y="2262486"/>
                  </a:lnTo>
                  <a:cubicBezTo>
                    <a:pt x="27449" y="2098666"/>
                    <a:pt x="0" y="1924490"/>
                    <a:pt x="0" y="1743903"/>
                  </a:cubicBezTo>
                  <a:cubicBezTo>
                    <a:pt x="0" y="901164"/>
                    <a:pt x="597779" y="198043"/>
                    <a:pt x="1392445" y="35431"/>
                  </a:cubicBezTo>
                  <a:lnTo>
                    <a:pt x="1502067" y="18701"/>
                  </a:lnTo>
                  <a:lnTo>
                    <a:pt x="1502068" y="18700"/>
                  </a:lnTo>
                  <a:lnTo>
                    <a:pt x="1565598" y="9004"/>
                  </a:lnTo>
                  <a:cubicBezTo>
                    <a:pt x="1624223" y="3050"/>
                    <a:pt x="1683706" y="0"/>
                    <a:pt x="1743902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50000"/>
              </a:schemeClr>
            </a:solidFill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wrap="square">
              <a:noAutofit/>
            </a:bodyPr>
            <a:lstStyle/>
            <a:p>
              <a:endParaRPr lang="en-IN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4BEF6CE-5CEB-3F13-1065-032D14F7E1B5}"/>
                </a:ext>
              </a:extLst>
            </p:cNvPr>
            <p:cNvSpPr/>
            <p:nvPr/>
          </p:nvSpPr>
          <p:spPr>
            <a:xfrm>
              <a:off x="8678132" y="2603411"/>
              <a:ext cx="3117819" cy="3469105"/>
            </a:xfrm>
            <a:custGeom>
              <a:avLst/>
              <a:gdLst>
                <a:gd name="csX0" fmla="*/ 1857680 w 3117819"/>
                <a:gd name="csY0" fmla="*/ 3051829 h 3469105"/>
                <a:gd name="csX1" fmla="*/ 1907334 w 3117819"/>
                <a:gd name="csY1" fmla="*/ 3187491 h 3469105"/>
                <a:gd name="csX2" fmla="*/ 1950306 w 3117819"/>
                <a:gd name="csY2" fmla="*/ 3354617 h 3469105"/>
                <a:gd name="csX3" fmla="*/ 1955167 w 3117819"/>
                <a:gd name="csY3" fmla="*/ 3386466 h 3469105"/>
                <a:gd name="csX4" fmla="*/ 1892500 w 3117819"/>
                <a:gd name="csY4" fmla="*/ 3409402 h 3469105"/>
                <a:gd name="csX5" fmla="*/ 1725374 w 3117819"/>
                <a:gd name="csY5" fmla="*/ 3452374 h 3469105"/>
                <a:gd name="csX6" fmla="*/ 1615751 w 3117819"/>
                <a:gd name="csY6" fmla="*/ 3469105 h 3469105"/>
                <a:gd name="csX7" fmla="*/ 1687905 w 3117819"/>
                <a:gd name="csY7" fmla="*/ 3372615 h 3469105"/>
                <a:gd name="csX8" fmla="*/ 1848691 w 3117819"/>
                <a:gd name="csY8" fmla="*/ 3076388 h 3469105"/>
                <a:gd name="csX9" fmla="*/ 2506000 w 3117819"/>
                <a:gd name="csY9" fmla="*/ 1962172 h 3469105"/>
                <a:gd name="csX10" fmla="*/ 3024583 w 3117819"/>
                <a:gd name="csY10" fmla="*/ 2040574 h 3469105"/>
                <a:gd name="csX11" fmla="*/ 3087250 w 3117819"/>
                <a:gd name="csY11" fmla="*/ 2063511 h 3469105"/>
                <a:gd name="csX12" fmla="*/ 3082389 w 3117819"/>
                <a:gd name="csY12" fmla="*/ 2095359 h 3469105"/>
                <a:gd name="csX13" fmla="*/ 2607042 w 3117819"/>
                <a:gd name="csY13" fmla="*/ 2977027 h 3469105"/>
                <a:gd name="csX14" fmla="*/ 2524739 w 3117819"/>
                <a:gd name="csY14" fmla="*/ 3051829 h 3469105"/>
                <a:gd name="csX15" fmla="*/ 2483200 w 3117819"/>
                <a:gd name="csY15" fmla="*/ 3089581 h 3469105"/>
                <a:gd name="csX16" fmla="*/ 2052722 w 3117819"/>
                <a:gd name="csY16" fmla="*/ 3350759 h 3469105"/>
                <a:gd name="csX17" fmla="*/ 1955330 w 3117819"/>
                <a:gd name="csY17" fmla="*/ 3386406 h 3469105"/>
                <a:gd name="csX18" fmla="*/ 1950306 w 3117819"/>
                <a:gd name="csY18" fmla="*/ 3353487 h 3469105"/>
                <a:gd name="csX19" fmla="*/ 1907334 w 3117819"/>
                <a:gd name="csY19" fmla="*/ 3186361 h 3469105"/>
                <a:gd name="csX20" fmla="*/ 1857887 w 3117819"/>
                <a:gd name="csY20" fmla="*/ 3051264 h 3469105"/>
                <a:gd name="csX21" fmla="*/ 1907334 w 3117819"/>
                <a:gd name="csY21" fmla="*/ 2916166 h 3469105"/>
                <a:gd name="csX22" fmla="*/ 1950306 w 3117819"/>
                <a:gd name="csY22" fmla="*/ 2749040 h 3469105"/>
                <a:gd name="csX23" fmla="*/ 1955167 w 3117819"/>
                <a:gd name="csY23" fmla="*/ 2717192 h 3469105"/>
                <a:gd name="csX24" fmla="*/ 1976732 w 3117819"/>
                <a:gd name="csY24" fmla="*/ 2575887 h 3469105"/>
                <a:gd name="csX25" fmla="*/ 1985736 w 3117819"/>
                <a:gd name="csY25" fmla="*/ 2397583 h 3469105"/>
                <a:gd name="csX26" fmla="*/ 1976732 w 3117819"/>
                <a:gd name="csY26" fmla="*/ 2219279 h 3469105"/>
                <a:gd name="csX27" fmla="*/ 1951467 w 3117819"/>
                <a:gd name="csY27" fmla="*/ 2053732 h 3469105"/>
                <a:gd name="csX28" fmla="*/ 1987417 w 3117819"/>
                <a:gd name="csY28" fmla="*/ 2040574 h 3469105"/>
                <a:gd name="csX29" fmla="*/ 2506000 w 3117819"/>
                <a:gd name="csY29" fmla="*/ 1962172 h 3469105"/>
                <a:gd name="csX30" fmla="*/ 2506000 w 3117819"/>
                <a:gd name="csY30" fmla="*/ 654811 h 3469105"/>
                <a:gd name="csX31" fmla="*/ 2684304 w 3117819"/>
                <a:gd name="csY31" fmla="*/ 663815 h 3469105"/>
                <a:gd name="csX32" fmla="*/ 2748788 w 3117819"/>
                <a:gd name="csY32" fmla="*/ 673656 h 3469105"/>
                <a:gd name="csX33" fmla="*/ 2819988 w 3117819"/>
                <a:gd name="csY33" fmla="*/ 768870 h 3469105"/>
                <a:gd name="csX34" fmla="*/ 3117819 w 3117819"/>
                <a:gd name="csY34" fmla="*/ 1743902 h 3469105"/>
                <a:gd name="csX35" fmla="*/ 3108815 w 3117819"/>
                <a:gd name="csY35" fmla="*/ 1922206 h 3469105"/>
                <a:gd name="csX36" fmla="*/ 3087413 w 3117819"/>
                <a:gd name="csY36" fmla="*/ 2062441 h 3469105"/>
                <a:gd name="csX37" fmla="*/ 3024583 w 3117819"/>
                <a:gd name="csY37" fmla="*/ 2039444 h 3469105"/>
                <a:gd name="csX38" fmla="*/ 2506000 w 3117819"/>
                <a:gd name="csY38" fmla="*/ 1961042 h 3469105"/>
                <a:gd name="csX39" fmla="*/ 1987417 w 3117819"/>
                <a:gd name="csY39" fmla="*/ 2039444 h 3469105"/>
                <a:gd name="csX40" fmla="*/ 1951303 w 3117819"/>
                <a:gd name="csY40" fmla="*/ 2052662 h 3469105"/>
                <a:gd name="csX41" fmla="*/ 1950306 w 3117819"/>
                <a:gd name="csY41" fmla="*/ 2046126 h 3469105"/>
                <a:gd name="csX42" fmla="*/ 1474959 w 3117819"/>
                <a:gd name="csY42" fmla="*/ 1164458 h 3469105"/>
                <a:gd name="csX43" fmla="*/ 1374539 w 3117819"/>
                <a:gd name="csY43" fmla="*/ 1073191 h 3469105"/>
                <a:gd name="csX44" fmla="*/ 1396717 w 3117819"/>
                <a:gd name="csY44" fmla="*/ 1053034 h 3469105"/>
                <a:gd name="csX45" fmla="*/ 2506000 w 3117819"/>
                <a:gd name="csY45" fmla="*/ 654811 h 3469105"/>
                <a:gd name="csX46" fmla="*/ 1373917 w 3117819"/>
                <a:gd name="csY46" fmla="*/ 0 h 3469105"/>
                <a:gd name="csX47" fmla="*/ 2719596 w 3117819"/>
                <a:gd name="csY47" fmla="*/ 634619 h 3469105"/>
                <a:gd name="csX48" fmla="*/ 2747834 w 3117819"/>
                <a:gd name="csY48" fmla="*/ 672381 h 3469105"/>
                <a:gd name="csX49" fmla="*/ 2684304 w 3117819"/>
                <a:gd name="csY49" fmla="*/ 662685 h 3469105"/>
                <a:gd name="csX50" fmla="*/ 2506000 w 3117819"/>
                <a:gd name="csY50" fmla="*/ 653681 h 3469105"/>
                <a:gd name="csX51" fmla="*/ 1396717 w 3117819"/>
                <a:gd name="csY51" fmla="*/ 1051904 h 3469105"/>
                <a:gd name="csX52" fmla="*/ 1373917 w 3117819"/>
                <a:gd name="csY52" fmla="*/ 1072626 h 3469105"/>
                <a:gd name="csX53" fmla="*/ 1351117 w 3117819"/>
                <a:gd name="csY53" fmla="*/ 1051904 h 3469105"/>
                <a:gd name="csX54" fmla="*/ 241834 w 3117819"/>
                <a:gd name="csY54" fmla="*/ 653681 h 3469105"/>
                <a:gd name="csX55" fmla="*/ 63530 w 3117819"/>
                <a:gd name="csY55" fmla="*/ 662685 h 3469105"/>
                <a:gd name="csX56" fmla="*/ 0 w 3117819"/>
                <a:gd name="csY56" fmla="*/ 672381 h 3469105"/>
                <a:gd name="csX57" fmla="*/ 28238 w 3117819"/>
                <a:gd name="csY57" fmla="*/ 634619 h 3469105"/>
                <a:gd name="csX58" fmla="*/ 1373917 w 3117819"/>
                <a:gd name="csY58" fmla="*/ 0 h 34691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</a:cxnLst>
              <a:rect l="l" t="t" r="r" b="b"/>
              <a:pathLst>
                <a:path w="3117819" h="3469105">
                  <a:moveTo>
                    <a:pt x="1857680" y="3051829"/>
                  </a:moveTo>
                  <a:lnTo>
                    <a:pt x="1907334" y="3187491"/>
                  </a:lnTo>
                  <a:cubicBezTo>
                    <a:pt x="1924318" y="3242098"/>
                    <a:pt x="1938691" y="3297855"/>
                    <a:pt x="1950306" y="3354617"/>
                  </a:cubicBezTo>
                  <a:lnTo>
                    <a:pt x="1955167" y="3386466"/>
                  </a:lnTo>
                  <a:lnTo>
                    <a:pt x="1892500" y="3409402"/>
                  </a:lnTo>
                  <a:cubicBezTo>
                    <a:pt x="1837893" y="3426386"/>
                    <a:pt x="1782136" y="3440759"/>
                    <a:pt x="1725374" y="3452374"/>
                  </a:cubicBezTo>
                  <a:lnTo>
                    <a:pt x="1615751" y="3469105"/>
                  </a:lnTo>
                  <a:lnTo>
                    <a:pt x="1687905" y="3372615"/>
                  </a:lnTo>
                  <a:cubicBezTo>
                    <a:pt x="1750583" y="3279839"/>
                    <a:pt x="1804568" y="3180707"/>
                    <a:pt x="1848691" y="3076388"/>
                  </a:cubicBezTo>
                  <a:close/>
                  <a:moveTo>
                    <a:pt x="2506000" y="1962172"/>
                  </a:moveTo>
                  <a:cubicBezTo>
                    <a:pt x="2686587" y="1962172"/>
                    <a:pt x="2860763" y="1989621"/>
                    <a:pt x="3024583" y="2040574"/>
                  </a:cubicBezTo>
                  <a:lnTo>
                    <a:pt x="3087250" y="2063511"/>
                  </a:lnTo>
                  <a:lnTo>
                    <a:pt x="3082389" y="2095359"/>
                  </a:lnTo>
                  <a:cubicBezTo>
                    <a:pt x="3012698" y="2435931"/>
                    <a:pt x="2843730" y="2740339"/>
                    <a:pt x="2607042" y="2977027"/>
                  </a:cubicBezTo>
                  <a:lnTo>
                    <a:pt x="2524739" y="3051829"/>
                  </a:lnTo>
                  <a:lnTo>
                    <a:pt x="2483200" y="3089581"/>
                  </a:lnTo>
                  <a:cubicBezTo>
                    <a:pt x="2354008" y="3196201"/>
                    <a:pt x="2209200" y="3284575"/>
                    <a:pt x="2052722" y="3350759"/>
                  </a:cubicBezTo>
                  <a:lnTo>
                    <a:pt x="1955330" y="3386406"/>
                  </a:lnTo>
                  <a:lnTo>
                    <a:pt x="1950306" y="3353487"/>
                  </a:lnTo>
                  <a:cubicBezTo>
                    <a:pt x="1938691" y="3296725"/>
                    <a:pt x="1924318" y="3240968"/>
                    <a:pt x="1907334" y="3186361"/>
                  </a:cubicBezTo>
                  <a:lnTo>
                    <a:pt x="1857887" y="3051264"/>
                  </a:lnTo>
                  <a:lnTo>
                    <a:pt x="1907334" y="2916166"/>
                  </a:lnTo>
                  <a:cubicBezTo>
                    <a:pt x="1924318" y="2861559"/>
                    <a:pt x="1938691" y="2805802"/>
                    <a:pt x="1950306" y="2749040"/>
                  </a:cubicBezTo>
                  <a:lnTo>
                    <a:pt x="1955167" y="2717192"/>
                  </a:lnTo>
                  <a:lnTo>
                    <a:pt x="1976732" y="2575887"/>
                  </a:lnTo>
                  <a:cubicBezTo>
                    <a:pt x="1982686" y="2517262"/>
                    <a:pt x="1985736" y="2457779"/>
                    <a:pt x="1985736" y="2397583"/>
                  </a:cubicBezTo>
                  <a:cubicBezTo>
                    <a:pt x="1985736" y="2337388"/>
                    <a:pt x="1982686" y="2277904"/>
                    <a:pt x="1976732" y="2219279"/>
                  </a:cubicBezTo>
                  <a:lnTo>
                    <a:pt x="1951467" y="2053732"/>
                  </a:lnTo>
                  <a:lnTo>
                    <a:pt x="1987417" y="2040574"/>
                  </a:lnTo>
                  <a:cubicBezTo>
                    <a:pt x="2151237" y="1989621"/>
                    <a:pt x="2325413" y="1962172"/>
                    <a:pt x="2506000" y="1962172"/>
                  </a:cubicBezTo>
                  <a:close/>
                  <a:moveTo>
                    <a:pt x="2506000" y="654811"/>
                  </a:moveTo>
                  <a:cubicBezTo>
                    <a:pt x="2566196" y="654811"/>
                    <a:pt x="2625679" y="657861"/>
                    <a:pt x="2684304" y="663815"/>
                  </a:cubicBezTo>
                  <a:lnTo>
                    <a:pt x="2748788" y="673656"/>
                  </a:lnTo>
                  <a:lnTo>
                    <a:pt x="2819988" y="768870"/>
                  </a:lnTo>
                  <a:cubicBezTo>
                    <a:pt x="3008023" y="1047198"/>
                    <a:pt x="3117819" y="1382728"/>
                    <a:pt x="3117819" y="1743902"/>
                  </a:cubicBezTo>
                  <a:cubicBezTo>
                    <a:pt x="3117819" y="1804097"/>
                    <a:pt x="3114769" y="1863581"/>
                    <a:pt x="3108815" y="1922206"/>
                  </a:cubicBezTo>
                  <a:lnTo>
                    <a:pt x="3087413" y="2062441"/>
                  </a:lnTo>
                  <a:lnTo>
                    <a:pt x="3024583" y="2039444"/>
                  </a:lnTo>
                  <a:cubicBezTo>
                    <a:pt x="2860763" y="1988491"/>
                    <a:pt x="2686587" y="1961042"/>
                    <a:pt x="2506000" y="1961042"/>
                  </a:cubicBezTo>
                  <a:cubicBezTo>
                    <a:pt x="2325413" y="1961042"/>
                    <a:pt x="2151237" y="1988491"/>
                    <a:pt x="1987417" y="2039444"/>
                  </a:cubicBezTo>
                  <a:lnTo>
                    <a:pt x="1951303" y="2052662"/>
                  </a:lnTo>
                  <a:lnTo>
                    <a:pt x="1950306" y="2046126"/>
                  </a:lnTo>
                  <a:cubicBezTo>
                    <a:pt x="1880615" y="1705554"/>
                    <a:pt x="1711647" y="1401146"/>
                    <a:pt x="1474959" y="1164458"/>
                  </a:cubicBezTo>
                  <a:lnTo>
                    <a:pt x="1374539" y="1073191"/>
                  </a:lnTo>
                  <a:lnTo>
                    <a:pt x="1396717" y="1053034"/>
                  </a:lnTo>
                  <a:cubicBezTo>
                    <a:pt x="1698166" y="804256"/>
                    <a:pt x="2084631" y="654811"/>
                    <a:pt x="2506000" y="654811"/>
                  </a:cubicBezTo>
                  <a:close/>
                  <a:moveTo>
                    <a:pt x="1373917" y="0"/>
                  </a:moveTo>
                  <a:cubicBezTo>
                    <a:pt x="1915678" y="0"/>
                    <a:pt x="2399739" y="247041"/>
                    <a:pt x="2719596" y="634619"/>
                  </a:cubicBezTo>
                  <a:lnTo>
                    <a:pt x="2747834" y="672381"/>
                  </a:lnTo>
                  <a:lnTo>
                    <a:pt x="2684304" y="662685"/>
                  </a:lnTo>
                  <a:cubicBezTo>
                    <a:pt x="2625679" y="656731"/>
                    <a:pt x="2566196" y="653681"/>
                    <a:pt x="2506000" y="653681"/>
                  </a:cubicBezTo>
                  <a:cubicBezTo>
                    <a:pt x="2084631" y="653681"/>
                    <a:pt x="1698166" y="803126"/>
                    <a:pt x="1396717" y="1051904"/>
                  </a:cubicBezTo>
                  <a:lnTo>
                    <a:pt x="1373917" y="1072626"/>
                  </a:lnTo>
                  <a:lnTo>
                    <a:pt x="1351117" y="1051904"/>
                  </a:lnTo>
                  <a:cubicBezTo>
                    <a:pt x="1049668" y="803126"/>
                    <a:pt x="663203" y="653681"/>
                    <a:pt x="241834" y="653681"/>
                  </a:cubicBezTo>
                  <a:cubicBezTo>
                    <a:pt x="181638" y="653681"/>
                    <a:pt x="122155" y="656731"/>
                    <a:pt x="63530" y="662685"/>
                  </a:cubicBezTo>
                  <a:lnTo>
                    <a:pt x="0" y="672381"/>
                  </a:lnTo>
                  <a:lnTo>
                    <a:pt x="28238" y="634619"/>
                  </a:lnTo>
                  <a:cubicBezTo>
                    <a:pt x="348095" y="247041"/>
                    <a:pt x="832156" y="0"/>
                    <a:pt x="1373917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wrap="square">
              <a:noAutofit/>
            </a:bodyPr>
            <a:lstStyle/>
            <a:p>
              <a:endParaRPr lang="en-IN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642D085-E1AA-3A6B-E9E2-47587D8F4935}"/>
                </a:ext>
              </a:extLst>
            </p:cNvPr>
            <p:cNvSpPr/>
            <p:nvPr/>
          </p:nvSpPr>
          <p:spPr>
            <a:xfrm>
              <a:off x="9810215" y="3277067"/>
              <a:ext cx="3117790" cy="3467829"/>
            </a:xfrm>
            <a:custGeom>
              <a:avLst/>
              <a:gdLst>
                <a:gd name="csX0" fmla="*/ 823084 w 3117790"/>
                <a:gd name="csY0" fmla="*/ 2712810 h 3467829"/>
                <a:gd name="csX1" fmla="*/ 844649 w 3117790"/>
                <a:gd name="csY1" fmla="*/ 2854114 h 3467829"/>
                <a:gd name="csX2" fmla="*/ 853624 w 3117790"/>
                <a:gd name="csY2" fmla="*/ 3031853 h 3467829"/>
                <a:gd name="csX3" fmla="*/ 844649 w 3117790"/>
                <a:gd name="csY3" fmla="*/ 3209592 h 3467829"/>
                <a:gd name="csX4" fmla="*/ 819220 w 3117790"/>
                <a:gd name="csY4" fmla="*/ 3376209 h 3467829"/>
                <a:gd name="csX5" fmla="*/ 695112 w 3117790"/>
                <a:gd name="csY5" fmla="*/ 3330784 h 3467829"/>
                <a:gd name="csX6" fmla="*/ 264634 w 3117790"/>
                <a:gd name="csY6" fmla="*/ 3069606 h 3467829"/>
                <a:gd name="csX7" fmla="*/ 241834 w 3117790"/>
                <a:gd name="csY7" fmla="*/ 3048884 h 3467829"/>
                <a:gd name="csX8" fmla="*/ 140792 w 3117790"/>
                <a:gd name="csY8" fmla="*/ 2957052 h 3467829"/>
                <a:gd name="csX9" fmla="*/ 28238 w 3117790"/>
                <a:gd name="csY9" fmla="*/ 2833210 h 3467829"/>
                <a:gd name="csX10" fmla="*/ 0 w 3117790"/>
                <a:gd name="csY10" fmla="*/ 2795449 h 3467829"/>
                <a:gd name="csX11" fmla="*/ 63530 w 3117790"/>
                <a:gd name="csY11" fmla="*/ 2805144 h 3467829"/>
                <a:gd name="csX12" fmla="*/ 241834 w 3117790"/>
                <a:gd name="csY12" fmla="*/ 2814148 h 3467829"/>
                <a:gd name="csX13" fmla="*/ 420138 w 3117790"/>
                <a:gd name="csY13" fmla="*/ 2805144 h 3467829"/>
                <a:gd name="csX14" fmla="*/ 483668 w 3117790"/>
                <a:gd name="csY14" fmla="*/ 2795449 h 3467829"/>
                <a:gd name="csX15" fmla="*/ 593291 w 3117790"/>
                <a:gd name="csY15" fmla="*/ 2778718 h 3467829"/>
                <a:gd name="csX16" fmla="*/ 760417 w 3117790"/>
                <a:gd name="csY16" fmla="*/ 2735746 h 3467829"/>
                <a:gd name="csX17" fmla="*/ 1955167 w 3117790"/>
                <a:gd name="csY17" fmla="*/ 1389855 h 3467829"/>
                <a:gd name="csX18" fmla="*/ 2052722 w 3117790"/>
                <a:gd name="csY18" fmla="*/ 1425561 h 3467829"/>
                <a:gd name="csX19" fmla="*/ 2980774 w 3117790"/>
                <a:gd name="csY19" fmla="*/ 2353613 h 3467829"/>
                <a:gd name="csX20" fmla="*/ 2989763 w 3117790"/>
                <a:gd name="csY20" fmla="*/ 2378173 h 3467829"/>
                <a:gd name="csX21" fmla="*/ 2980774 w 3117790"/>
                <a:gd name="csY21" fmla="*/ 2402732 h 3467829"/>
                <a:gd name="csX22" fmla="*/ 2052722 w 3117790"/>
                <a:gd name="csY22" fmla="*/ 3330784 h 3467829"/>
                <a:gd name="csX23" fmla="*/ 1955167 w 3117790"/>
                <a:gd name="csY23" fmla="*/ 3366491 h 3467829"/>
                <a:gd name="csX24" fmla="*/ 1892500 w 3117790"/>
                <a:gd name="csY24" fmla="*/ 3389427 h 3467829"/>
                <a:gd name="csX25" fmla="*/ 1373917 w 3117790"/>
                <a:gd name="csY25" fmla="*/ 3467829 h 3467829"/>
                <a:gd name="csX26" fmla="*/ 855334 w 3117790"/>
                <a:gd name="csY26" fmla="*/ 3389427 h 3467829"/>
                <a:gd name="csX27" fmla="*/ 819384 w 3117790"/>
                <a:gd name="csY27" fmla="*/ 3376269 h 3467829"/>
                <a:gd name="csX28" fmla="*/ 844649 w 3117790"/>
                <a:gd name="csY28" fmla="*/ 3210722 h 3467829"/>
                <a:gd name="csX29" fmla="*/ 853653 w 3117790"/>
                <a:gd name="csY29" fmla="*/ 3032418 h 3467829"/>
                <a:gd name="csX30" fmla="*/ 853624 w 3117790"/>
                <a:gd name="csY30" fmla="*/ 3031853 h 3467829"/>
                <a:gd name="csX31" fmla="*/ 853653 w 3117790"/>
                <a:gd name="csY31" fmla="*/ 3031288 h 3467829"/>
                <a:gd name="csX32" fmla="*/ 844649 w 3117790"/>
                <a:gd name="csY32" fmla="*/ 2852984 h 3467829"/>
                <a:gd name="csX33" fmla="*/ 823247 w 3117790"/>
                <a:gd name="csY33" fmla="*/ 2712750 h 3467829"/>
                <a:gd name="csX34" fmla="*/ 920639 w 3117790"/>
                <a:gd name="csY34" fmla="*/ 2677103 h 3467829"/>
                <a:gd name="csX35" fmla="*/ 1351117 w 3117790"/>
                <a:gd name="csY35" fmla="*/ 2415925 h 3467829"/>
                <a:gd name="csX36" fmla="*/ 1392656 w 3117790"/>
                <a:gd name="csY36" fmla="*/ 2378173 h 3467829"/>
                <a:gd name="csX37" fmla="*/ 1474959 w 3117790"/>
                <a:gd name="csY37" fmla="*/ 2303371 h 3467829"/>
                <a:gd name="csX38" fmla="*/ 1950306 w 3117790"/>
                <a:gd name="csY38" fmla="*/ 1421703 h 3467829"/>
                <a:gd name="csX39" fmla="*/ 1616705 w 3117790"/>
                <a:gd name="csY39" fmla="*/ 0 h 3467829"/>
                <a:gd name="csX40" fmla="*/ 1725374 w 3117790"/>
                <a:gd name="csY40" fmla="*/ 16585 h 3467829"/>
                <a:gd name="csX41" fmla="*/ 3108815 w 3117790"/>
                <a:gd name="csY41" fmla="*/ 1546753 h 3467829"/>
                <a:gd name="csX42" fmla="*/ 3117790 w 3117790"/>
                <a:gd name="csY42" fmla="*/ 1724492 h 3467829"/>
                <a:gd name="csX43" fmla="*/ 3108815 w 3117790"/>
                <a:gd name="csY43" fmla="*/ 1902231 h 3467829"/>
                <a:gd name="csX44" fmla="*/ 3039417 w 3117790"/>
                <a:gd name="csY44" fmla="*/ 2242510 h 3467829"/>
                <a:gd name="csX45" fmla="*/ 2989970 w 3117790"/>
                <a:gd name="csY45" fmla="*/ 2377608 h 3467829"/>
                <a:gd name="csX46" fmla="*/ 2980774 w 3117790"/>
                <a:gd name="csY46" fmla="*/ 2352483 h 3467829"/>
                <a:gd name="csX47" fmla="*/ 2052722 w 3117790"/>
                <a:gd name="csY47" fmla="*/ 1424431 h 3467829"/>
                <a:gd name="csX48" fmla="*/ 1955330 w 3117790"/>
                <a:gd name="csY48" fmla="*/ 1388785 h 3467829"/>
                <a:gd name="csX49" fmla="*/ 1976732 w 3117790"/>
                <a:gd name="csY49" fmla="*/ 1248550 h 3467829"/>
                <a:gd name="csX50" fmla="*/ 1985736 w 3117790"/>
                <a:gd name="csY50" fmla="*/ 1070246 h 3467829"/>
                <a:gd name="csX51" fmla="*/ 1687905 w 3117790"/>
                <a:gd name="csY51" fmla="*/ 95214 h 34678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</a:cxnLst>
              <a:rect l="l" t="t" r="r" b="b"/>
              <a:pathLst>
                <a:path w="3117790" h="3467829">
                  <a:moveTo>
                    <a:pt x="823084" y="2712810"/>
                  </a:moveTo>
                  <a:lnTo>
                    <a:pt x="844649" y="2854114"/>
                  </a:lnTo>
                  <a:lnTo>
                    <a:pt x="853624" y="3031853"/>
                  </a:lnTo>
                  <a:lnTo>
                    <a:pt x="844649" y="3209592"/>
                  </a:lnTo>
                  <a:lnTo>
                    <a:pt x="819220" y="3376209"/>
                  </a:lnTo>
                  <a:lnTo>
                    <a:pt x="695112" y="3330784"/>
                  </a:lnTo>
                  <a:cubicBezTo>
                    <a:pt x="538634" y="3264600"/>
                    <a:pt x="393826" y="3176226"/>
                    <a:pt x="264634" y="3069606"/>
                  </a:cubicBezTo>
                  <a:lnTo>
                    <a:pt x="241834" y="3048884"/>
                  </a:lnTo>
                  <a:lnTo>
                    <a:pt x="140792" y="2957052"/>
                  </a:lnTo>
                  <a:cubicBezTo>
                    <a:pt x="101344" y="2917604"/>
                    <a:pt x="63777" y="2876275"/>
                    <a:pt x="28238" y="2833210"/>
                  </a:cubicBezTo>
                  <a:lnTo>
                    <a:pt x="0" y="2795449"/>
                  </a:lnTo>
                  <a:lnTo>
                    <a:pt x="63530" y="2805144"/>
                  </a:lnTo>
                  <a:cubicBezTo>
                    <a:pt x="122155" y="2811098"/>
                    <a:pt x="181638" y="2814148"/>
                    <a:pt x="241834" y="2814148"/>
                  </a:cubicBezTo>
                  <a:cubicBezTo>
                    <a:pt x="302030" y="2814148"/>
                    <a:pt x="361513" y="2811098"/>
                    <a:pt x="420138" y="2805144"/>
                  </a:cubicBezTo>
                  <a:lnTo>
                    <a:pt x="483668" y="2795449"/>
                  </a:lnTo>
                  <a:lnTo>
                    <a:pt x="593291" y="2778718"/>
                  </a:lnTo>
                  <a:cubicBezTo>
                    <a:pt x="650053" y="2767103"/>
                    <a:pt x="705810" y="2752730"/>
                    <a:pt x="760417" y="2735746"/>
                  </a:cubicBezTo>
                  <a:close/>
                  <a:moveTo>
                    <a:pt x="1955167" y="1389855"/>
                  </a:moveTo>
                  <a:lnTo>
                    <a:pt x="2052722" y="1425561"/>
                  </a:lnTo>
                  <a:cubicBezTo>
                    <a:pt x="2469997" y="1602053"/>
                    <a:pt x="2804282" y="1936338"/>
                    <a:pt x="2980774" y="2353613"/>
                  </a:cubicBezTo>
                  <a:lnTo>
                    <a:pt x="2989763" y="2378173"/>
                  </a:lnTo>
                  <a:lnTo>
                    <a:pt x="2980774" y="2402732"/>
                  </a:lnTo>
                  <a:cubicBezTo>
                    <a:pt x="2804282" y="2820007"/>
                    <a:pt x="2469997" y="3154292"/>
                    <a:pt x="2052722" y="3330784"/>
                  </a:cubicBezTo>
                  <a:lnTo>
                    <a:pt x="1955167" y="3366491"/>
                  </a:lnTo>
                  <a:lnTo>
                    <a:pt x="1892500" y="3389427"/>
                  </a:lnTo>
                  <a:cubicBezTo>
                    <a:pt x="1728680" y="3440380"/>
                    <a:pt x="1554504" y="3467829"/>
                    <a:pt x="1373917" y="3467829"/>
                  </a:cubicBezTo>
                  <a:cubicBezTo>
                    <a:pt x="1193330" y="3467829"/>
                    <a:pt x="1019154" y="3440380"/>
                    <a:pt x="855334" y="3389427"/>
                  </a:cubicBezTo>
                  <a:lnTo>
                    <a:pt x="819384" y="3376269"/>
                  </a:lnTo>
                  <a:lnTo>
                    <a:pt x="844649" y="3210722"/>
                  </a:lnTo>
                  <a:cubicBezTo>
                    <a:pt x="850603" y="3152097"/>
                    <a:pt x="853653" y="3092614"/>
                    <a:pt x="853653" y="3032418"/>
                  </a:cubicBezTo>
                  <a:lnTo>
                    <a:pt x="853624" y="3031853"/>
                  </a:lnTo>
                  <a:lnTo>
                    <a:pt x="853653" y="3031288"/>
                  </a:lnTo>
                  <a:cubicBezTo>
                    <a:pt x="853653" y="2971093"/>
                    <a:pt x="850603" y="2911609"/>
                    <a:pt x="844649" y="2852984"/>
                  </a:cubicBezTo>
                  <a:lnTo>
                    <a:pt x="823247" y="2712750"/>
                  </a:lnTo>
                  <a:lnTo>
                    <a:pt x="920639" y="2677103"/>
                  </a:lnTo>
                  <a:cubicBezTo>
                    <a:pt x="1077117" y="2610919"/>
                    <a:pt x="1221925" y="2522545"/>
                    <a:pt x="1351117" y="2415925"/>
                  </a:cubicBezTo>
                  <a:lnTo>
                    <a:pt x="1392656" y="2378173"/>
                  </a:lnTo>
                  <a:lnTo>
                    <a:pt x="1474959" y="2303371"/>
                  </a:lnTo>
                  <a:cubicBezTo>
                    <a:pt x="1711647" y="2066683"/>
                    <a:pt x="1880615" y="1762275"/>
                    <a:pt x="1950306" y="1421703"/>
                  </a:cubicBezTo>
                  <a:close/>
                  <a:moveTo>
                    <a:pt x="1616705" y="0"/>
                  </a:moveTo>
                  <a:lnTo>
                    <a:pt x="1725374" y="16585"/>
                  </a:lnTo>
                  <a:cubicBezTo>
                    <a:pt x="2463279" y="167582"/>
                    <a:pt x="3031418" y="784630"/>
                    <a:pt x="3108815" y="1546753"/>
                  </a:cubicBezTo>
                  <a:lnTo>
                    <a:pt x="3117790" y="1724492"/>
                  </a:lnTo>
                  <a:lnTo>
                    <a:pt x="3108815" y="1902231"/>
                  </a:lnTo>
                  <a:cubicBezTo>
                    <a:pt x="3096908" y="2019481"/>
                    <a:pt x="3073386" y="2133297"/>
                    <a:pt x="3039417" y="2242510"/>
                  </a:cubicBezTo>
                  <a:lnTo>
                    <a:pt x="2989970" y="2377608"/>
                  </a:lnTo>
                  <a:lnTo>
                    <a:pt x="2980774" y="2352483"/>
                  </a:lnTo>
                  <a:cubicBezTo>
                    <a:pt x="2804282" y="1935208"/>
                    <a:pt x="2469997" y="1600923"/>
                    <a:pt x="2052722" y="1424431"/>
                  </a:cubicBezTo>
                  <a:lnTo>
                    <a:pt x="1955330" y="1388785"/>
                  </a:lnTo>
                  <a:lnTo>
                    <a:pt x="1976732" y="1248550"/>
                  </a:lnTo>
                  <a:cubicBezTo>
                    <a:pt x="1982686" y="1189925"/>
                    <a:pt x="1985736" y="1130441"/>
                    <a:pt x="1985736" y="1070246"/>
                  </a:cubicBezTo>
                  <a:cubicBezTo>
                    <a:pt x="1985736" y="709072"/>
                    <a:pt x="1875940" y="373542"/>
                    <a:pt x="1687905" y="95214"/>
                  </a:cubicBezTo>
                  <a:close/>
                </a:path>
              </a:pathLst>
            </a:custGeom>
            <a:solidFill>
              <a:schemeClr val="accent3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8C4E7D-AD1E-4940-F3CD-3564160A449F}"/>
                </a:ext>
              </a:extLst>
            </p:cNvPr>
            <p:cNvSpPr/>
            <p:nvPr/>
          </p:nvSpPr>
          <p:spPr>
            <a:xfrm>
              <a:off x="9440259" y="5655804"/>
              <a:ext cx="3487746" cy="2396452"/>
            </a:xfrm>
            <a:custGeom>
              <a:avLst/>
              <a:gdLst>
                <a:gd name="csX0" fmla="*/ 3359926 w 3487746"/>
                <a:gd name="csY0" fmla="*/ 0 h 2396452"/>
                <a:gd name="csX1" fmla="*/ 3409373 w 3487746"/>
                <a:gd name="csY1" fmla="*/ 135097 h 2396452"/>
                <a:gd name="csX2" fmla="*/ 3478771 w 3487746"/>
                <a:gd name="csY2" fmla="*/ 475376 h 2396452"/>
                <a:gd name="csX3" fmla="*/ 3487746 w 3487746"/>
                <a:gd name="csY3" fmla="*/ 653115 h 2396452"/>
                <a:gd name="csX4" fmla="*/ 3478771 w 3487746"/>
                <a:gd name="csY4" fmla="*/ 830854 h 2396452"/>
                <a:gd name="csX5" fmla="*/ 2095330 w 3487746"/>
                <a:gd name="csY5" fmla="*/ 2361022 h 2396452"/>
                <a:gd name="csX6" fmla="*/ 1986661 w 3487746"/>
                <a:gd name="csY6" fmla="*/ 2377607 h 2396452"/>
                <a:gd name="csX7" fmla="*/ 1922177 w 3487746"/>
                <a:gd name="csY7" fmla="*/ 2387448 h 2396452"/>
                <a:gd name="csX8" fmla="*/ 1743873 w 3487746"/>
                <a:gd name="csY8" fmla="*/ 2396452 h 2396452"/>
                <a:gd name="csX9" fmla="*/ 634590 w 3487746"/>
                <a:gd name="csY9" fmla="*/ 1998229 h 2396452"/>
                <a:gd name="csX10" fmla="*/ 612412 w 3487746"/>
                <a:gd name="csY10" fmla="*/ 1978072 h 2396452"/>
                <a:gd name="csX11" fmla="*/ 712832 w 3487746"/>
                <a:gd name="csY11" fmla="*/ 1886805 h 2396452"/>
                <a:gd name="csX12" fmla="*/ 1188179 w 3487746"/>
                <a:gd name="csY12" fmla="*/ 1005137 h 2396452"/>
                <a:gd name="csX13" fmla="*/ 1189176 w 3487746"/>
                <a:gd name="csY13" fmla="*/ 998601 h 2396452"/>
                <a:gd name="csX14" fmla="*/ 1225290 w 3487746"/>
                <a:gd name="csY14" fmla="*/ 1011819 h 2396452"/>
                <a:gd name="csX15" fmla="*/ 1743873 w 3487746"/>
                <a:gd name="csY15" fmla="*/ 1090221 h 2396452"/>
                <a:gd name="csX16" fmla="*/ 2262456 w 3487746"/>
                <a:gd name="csY16" fmla="*/ 1011819 h 2396452"/>
                <a:gd name="csX17" fmla="*/ 2325286 w 3487746"/>
                <a:gd name="csY17" fmla="*/ 988823 h 2396452"/>
                <a:gd name="csX18" fmla="*/ 2422678 w 3487746"/>
                <a:gd name="csY18" fmla="*/ 953176 h 2396452"/>
                <a:gd name="csX19" fmla="*/ 3350730 w 3487746"/>
                <a:gd name="csY19" fmla="*/ 25124 h 2396452"/>
                <a:gd name="csX20" fmla="*/ 127820 w 3487746"/>
                <a:gd name="csY20" fmla="*/ 0 h 2396452"/>
                <a:gd name="csX21" fmla="*/ 137016 w 3487746"/>
                <a:gd name="csY21" fmla="*/ 25124 h 2396452"/>
                <a:gd name="csX22" fmla="*/ 297802 w 3487746"/>
                <a:gd name="csY22" fmla="*/ 321351 h 2396452"/>
                <a:gd name="csX23" fmla="*/ 369002 w 3487746"/>
                <a:gd name="csY23" fmla="*/ 416565 h 2396452"/>
                <a:gd name="csX24" fmla="*/ 398194 w 3487746"/>
                <a:gd name="csY24" fmla="*/ 455602 h 2396452"/>
                <a:gd name="csX25" fmla="*/ 510748 w 3487746"/>
                <a:gd name="csY25" fmla="*/ 579444 h 2396452"/>
                <a:gd name="csX26" fmla="*/ 611168 w 3487746"/>
                <a:gd name="csY26" fmla="*/ 670711 h 2396452"/>
                <a:gd name="csX27" fmla="*/ 634590 w 3487746"/>
                <a:gd name="csY27" fmla="*/ 691998 h 2396452"/>
                <a:gd name="csX28" fmla="*/ 1065068 w 3487746"/>
                <a:gd name="csY28" fmla="*/ 953176 h 2396452"/>
                <a:gd name="csX29" fmla="*/ 1189013 w 3487746"/>
                <a:gd name="csY29" fmla="*/ 998542 h 2396452"/>
                <a:gd name="csX30" fmla="*/ 1188179 w 3487746"/>
                <a:gd name="csY30" fmla="*/ 1004007 h 2396452"/>
                <a:gd name="csX31" fmla="*/ 712832 w 3487746"/>
                <a:gd name="csY31" fmla="*/ 1885675 h 2396452"/>
                <a:gd name="csX32" fmla="*/ 611790 w 3487746"/>
                <a:gd name="csY32" fmla="*/ 1977507 h 2396452"/>
                <a:gd name="csX33" fmla="*/ 510748 w 3487746"/>
                <a:gd name="csY33" fmla="*/ 1885675 h 2396452"/>
                <a:gd name="csX34" fmla="*/ 35401 w 3487746"/>
                <a:gd name="csY34" fmla="*/ 1004007 h 2396452"/>
                <a:gd name="csX35" fmla="*/ 34404 w 3487746"/>
                <a:gd name="csY35" fmla="*/ 997471 h 2396452"/>
                <a:gd name="csX36" fmla="*/ 8975 w 3487746"/>
                <a:gd name="csY36" fmla="*/ 830854 h 2396452"/>
                <a:gd name="csX37" fmla="*/ 0 w 3487746"/>
                <a:gd name="csY37" fmla="*/ 653115 h 2396452"/>
                <a:gd name="csX38" fmla="*/ 8975 w 3487746"/>
                <a:gd name="csY38" fmla="*/ 475376 h 2396452"/>
                <a:gd name="csX39" fmla="*/ 30540 w 3487746"/>
                <a:gd name="csY39" fmla="*/ 334072 h 2396452"/>
                <a:gd name="csX40" fmla="*/ 35401 w 3487746"/>
                <a:gd name="csY40" fmla="*/ 302223 h 2396452"/>
                <a:gd name="csX41" fmla="*/ 78373 w 3487746"/>
                <a:gd name="csY41" fmla="*/ 135097 h 23964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3487746" h="2396452">
                  <a:moveTo>
                    <a:pt x="3359926" y="0"/>
                  </a:moveTo>
                  <a:lnTo>
                    <a:pt x="3409373" y="135097"/>
                  </a:lnTo>
                  <a:cubicBezTo>
                    <a:pt x="3443342" y="244311"/>
                    <a:pt x="3466864" y="358127"/>
                    <a:pt x="3478771" y="475376"/>
                  </a:cubicBezTo>
                  <a:lnTo>
                    <a:pt x="3487746" y="653115"/>
                  </a:lnTo>
                  <a:lnTo>
                    <a:pt x="3478771" y="830854"/>
                  </a:lnTo>
                  <a:cubicBezTo>
                    <a:pt x="3401374" y="1592977"/>
                    <a:pt x="2833235" y="2210025"/>
                    <a:pt x="2095330" y="2361022"/>
                  </a:cubicBezTo>
                  <a:lnTo>
                    <a:pt x="1986661" y="2377607"/>
                  </a:lnTo>
                  <a:lnTo>
                    <a:pt x="1922177" y="2387448"/>
                  </a:lnTo>
                  <a:cubicBezTo>
                    <a:pt x="1863552" y="2393402"/>
                    <a:pt x="1804069" y="2396452"/>
                    <a:pt x="1743873" y="2396452"/>
                  </a:cubicBezTo>
                  <a:cubicBezTo>
                    <a:pt x="1322504" y="2396452"/>
                    <a:pt x="936039" y="2247008"/>
                    <a:pt x="634590" y="1998229"/>
                  </a:cubicBezTo>
                  <a:lnTo>
                    <a:pt x="612412" y="1978072"/>
                  </a:lnTo>
                  <a:lnTo>
                    <a:pt x="712832" y="1886805"/>
                  </a:lnTo>
                  <a:cubicBezTo>
                    <a:pt x="949520" y="1650117"/>
                    <a:pt x="1118488" y="1345709"/>
                    <a:pt x="1188179" y="1005137"/>
                  </a:cubicBezTo>
                  <a:lnTo>
                    <a:pt x="1189176" y="998601"/>
                  </a:lnTo>
                  <a:lnTo>
                    <a:pt x="1225290" y="1011819"/>
                  </a:lnTo>
                  <a:cubicBezTo>
                    <a:pt x="1389110" y="1062772"/>
                    <a:pt x="1563286" y="1090221"/>
                    <a:pt x="1743873" y="1090221"/>
                  </a:cubicBezTo>
                  <a:cubicBezTo>
                    <a:pt x="1924460" y="1090221"/>
                    <a:pt x="2098636" y="1062772"/>
                    <a:pt x="2262456" y="1011819"/>
                  </a:cubicBezTo>
                  <a:lnTo>
                    <a:pt x="2325286" y="988823"/>
                  </a:lnTo>
                  <a:lnTo>
                    <a:pt x="2422678" y="953176"/>
                  </a:lnTo>
                  <a:cubicBezTo>
                    <a:pt x="2839953" y="776684"/>
                    <a:pt x="3174238" y="442399"/>
                    <a:pt x="3350730" y="25124"/>
                  </a:cubicBezTo>
                  <a:close/>
                  <a:moveTo>
                    <a:pt x="127820" y="0"/>
                  </a:moveTo>
                  <a:lnTo>
                    <a:pt x="137016" y="25124"/>
                  </a:lnTo>
                  <a:cubicBezTo>
                    <a:pt x="181139" y="129443"/>
                    <a:pt x="235124" y="228575"/>
                    <a:pt x="297802" y="321351"/>
                  </a:cubicBezTo>
                  <a:lnTo>
                    <a:pt x="369002" y="416565"/>
                  </a:lnTo>
                  <a:lnTo>
                    <a:pt x="398194" y="455602"/>
                  </a:lnTo>
                  <a:cubicBezTo>
                    <a:pt x="433733" y="498667"/>
                    <a:pt x="471300" y="539996"/>
                    <a:pt x="510748" y="579444"/>
                  </a:cubicBezTo>
                  <a:lnTo>
                    <a:pt x="611168" y="670711"/>
                  </a:lnTo>
                  <a:lnTo>
                    <a:pt x="634590" y="691998"/>
                  </a:lnTo>
                  <a:cubicBezTo>
                    <a:pt x="763782" y="798618"/>
                    <a:pt x="908590" y="886992"/>
                    <a:pt x="1065068" y="953176"/>
                  </a:cubicBezTo>
                  <a:lnTo>
                    <a:pt x="1189013" y="998542"/>
                  </a:lnTo>
                  <a:lnTo>
                    <a:pt x="1188179" y="1004007"/>
                  </a:lnTo>
                  <a:cubicBezTo>
                    <a:pt x="1118488" y="1344579"/>
                    <a:pt x="949520" y="1648987"/>
                    <a:pt x="712832" y="1885675"/>
                  </a:cubicBezTo>
                  <a:lnTo>
                    <a:pt x="611790" y="1977507"/>
                  </a:lnTo>
                  <a:lnTo>
                    <a:pt x="510748" y="1885675"/>
                  </a:lnTo>
                  <a:cubicBezTo>
                    <a:pt x="274060" y="1648987"/>
                    <a:pt x="105092" y="1344579"/>
                    <a:pt x="35401" y="1004007"/>
                  </a:cubicBezTo>
                  <a:lnTo>
                    <a:pt x="34404" y="997471"/>
                  </a:lnTo>
                  <a:lnTo>
                    <a:pt x="8975" y="830854"/>
                  </a:lnTo>
                  <a:lnTo>
                    <a:pt x="0" y="653115"/>
                  </a:lnTo>
                  <a:lnTo>
                    <a:pt x="8975" y="475376"/>
                  </a:lnTo>
                  <a:lnTo>
                    <a:pt x="30540" y="334072"/>
                  </a:lnTo>
                  <a:lnTo>
                    <a:pt x="35401" y="302223"/>
                  </a:lnTo>
                  <a:cubicBezTo>
                    <a:pt x="47016" y="245461"/>
                    <a:pt x="61389" y="189704"/>
                    <a:pt x="78373" y="135097"/>
                  </a:cubicBezTo>
                  <a:close/>
                </a:path>
              </a:pathLst>
            </a:custGeom>
            <a:solidFill>
              <a:schemeClr val="accent3">
                <a:lumMod val="50000"/>
                <a:alpha val="5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wrap="square">
              <a:noAutofit/>
            </a:bodyPr>
            <a:lstStyle/>
            <a:p>
              <a:endParaRPr lang="en-IN" dirty="0"/>
            </a:p>
          </p:txBody>
        </p: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CE92FFFE-7DB5-8828-11A8-B3E7F052E3C3}"/>
              </a:ext>
            </a:extLst>
          </p:cNvPr>
          <p:cNvSpPr txBox="1"/>
          <p:nvPr/>
        </p:nvSpPr>
        <p:spPr>
          <a:xfrm>
            <a:off x="4824864" y="3862220"/>
            <a:ext cx="100460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9600" dirty="0">
                <a:latin typeface="Bodoni MT Black" panose="02070A03080606020203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72621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595</TotalTime>
  <Words>776</Words>
  <Application>Microsoft Office PowerPoint</Application>
  <PresentationFormat>Custom</PresentationFormat>
  <Paragraphs>142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Algerian</vt:lpstr>
      <vt:lpstr>Aptos</vt:lpstr>
      <vt:lpstr>Arial</vt:lpstr>
      <vt:lpstr>Artifakt Element Heavy</vt:lpstr>
      <vt:lpstr>Bodoni MT Black</vt:lpstr>
      <vt:lpstr>Cambria</vt:lpstr>
      <vt:lpstr>Castellar</vt:lpstr>
      <vt:lpstr>Cooper Black</vt:lpstr>
      <vt:lpstr>Wingdings</vt:lpstr>
      <vt:lpstr>Office Theme</vt:lpstr>
      <vt:lpstr>PowerPoint Presentation</vt:lpstr>
      <vt:lpstr>Digital Fabrication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Expert  Tools</dc:creator>
  <cp:lastModifiedBy>experttools.pune@outlook.com</cp:lastModifiedBy>
  <cp:revision>4</cp:revision>
  <dcterms:created xsi:type="dcterms:W3CDTF">2026-01-31T15:19:13Z</dcterms:created>
  <dcterms:modified xsi:type="dcterms:W3CDTF">2026-02-13T15:31:16Z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2026-01-31T00:00:00Z</vt:filetime>
  </property>
  <property fmtid="{D5CDD505-2E9C-101B-9397-08002B2CF9AE}" pid="3" name="LastSaved">
    <vt:filetime>2026-01-31T00:00:00Z</vt:filetime>
  </property>
</Properties>
</file>